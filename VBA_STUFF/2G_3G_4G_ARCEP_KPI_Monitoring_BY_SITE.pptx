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2" r:id="rId5"/>
  </p:sldMasterIdLst>
  <p:notesMasterIdLst>
    <p:notesMasterId r:id="rId8"/>
  </p:notesMasterIdLst>
  <p:handoutMasterIdLst>
    <p:handoutMasterId r:id="rId9"/>
  </p:handoutMasterIdLst>
  <p:sldIdLst>
    <p:sldId id="2147476836" r:id="rId6"/>
    <p:sldId id="2147476838" r:id="rId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_Image version" id="{E8D0D622-F6C6-F44A-B365-B4A5FF6195C2}">
          <p14:sldIdLst>
            <p14:sldId id="2147476836"/>
            <p14:sldId id="2147476838"/>
          </p14:sldIdLst>
        </p14:section>
        <p14:section name="Contents page" id="{9D221634-295C-7843-AF5C-A0CB4F229241}">
          <p14:sldIdLst/>
        </p14:section>
        <p14:section name="Chapter page" id="{FD05EE94-C931-8C4B-83A2-004B32AA1207}">
          <p14:sldIdLst/>
        </p14:section>
        <p14:section name="End page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9002F"/>
    <a:srgbClr val="C7000B"/>
    <a:srgbClr val="575756"/>
    <a:srgbClr val="4B4C4B"/>
    <a:srgbClr val="353530"/>
    <a:srgbClr val="4D4D4C"/>
    <a:srgbClr val="DD4654"/>
    <a:srgbClr val="FFFFFF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467"/>
  </p:normalViewPr>
  <p:slideViewPr>
    <p:cSldViewPr snapToGrid="0" snapToObjects="1">
      <p:cViewPr varScale="1">
        <p:scale>
          <a:sx n="70" d="100"/>
          <a:sy n="70" d="100"/>
        </p:scale>
        <p:origin x="78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[Book6]Sheet2!PivotTable14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PS CSSR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LKAND94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Sheet2!$B$3:$B$64</c:f>
              <c:numCache>
                <c:formatCode>General</c:formatCode>
                <c:ptCount val="5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98.5507246376811</c:v>
                </c:pt>
                <c:pt idx="4">
                  <c:v>100</c:v>
                </c:pt>
                <c:pt idx="5">
                  <c:v>99.565217391304301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99.397590361445793</c:v>
                </c:pt>
                <c:pt idx="15">
                  <c:v>100</c:v>
                </c:pt>
                <c:pt idx="16">
                  <c:v>100</c:v>
                </c:pt>
                <c:pt idx="17">
                  <c:v>98.2238010657193</c:v>
                </c:pt>
                <c:pt idx="18">
                  <c:v>97.504456327985693</c:v>
                </c:pt>
                <c:pt idx="19">
                  <c:v>100</c:v>
                </c:pt>
                <c:pt idx="20">
                  <c:v>99.763593380614594</c:v>
                </c:pt>
                <c:pt idx="21">
                  <c:v>99.5</c:v>
                </c:pt>
                <c:pt idx="22">
                  <c:v>99.709302325581305</c:v>
                </c:pt>
                <c:pt idx="23">
                  <c:v>99.7175141242937</c:v>
                </c:pt>
                <c:pt idx="24">
                  <c:v>99.534883720930196</c:v>
                </c:pt>
                <c:pt idx="25">
                  <c:v>#N/A</c:v>
                </c:pt>
                <c:pt idx="26">
                  <c:v>#N/A</c:v>
                </c:pt>
                <c:pt idx="28">
                  <c:v>100</c:v>
                </c:pt>
                <c:pt idx="29">
                  <c:v>99.354838709677395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99.1525423728813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99.744245524296602</c:v>
                </c:pt>
                <c:pt idx="44">
                  <c:v>95.857021276595702</c:v>
                </c:pt>
                <c:pt idx="45">
                  <c:v>94.761350407450493</c:v>
                </c:pt>
                <c:pt idx="46">
                  <c:v>99.308755760368598</c:v>
                </c:pt>
                <c:pt idx="47">
                  <c:v>99.318181818181799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99.700598802395206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EE-4F8A-814F-F6903F95D6FB}"/>
            </c:ext>
          </c:extLst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LKAND95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Sheet2!$C$3:$C$64</c:f>
              <c:numCache>
                <c:formatCode>General</c:formatCode>
                <c:ptCount val="5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98.4375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99.230769230769198</c:v>
                </c:pt>
                <c:pt idx="12">
                  <c:v>99.047619047618994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97.058823529411697</c:v>
                </c:pt>
                <c:pt idx="17">
                  <c:v>100</c:v>
                </c:pt>
                <c:pt idx="18">
                  <c:v>100</c:v>
                </c:pt>
                <c:pt idx="19">
                  <c:v>98.178780284043398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95.918367346938695</c:v>
                </c:pt>
                <c:pt idx="24">
                  <c:v>100</c:v>
                </c:pt>
                <c:pt idx="25">
                  <c:v>#N/A</c:v>
                </c:pt>
                <c:pt idx="26">
                  <c:v>#N/A</c:v>
                </c:pt>
                <c:pt idx="28">
                  <c:v>100</c:v>
                </c:pt>
                <c:pt idx="29">
                  <c:v>100</c:v>
                </c:pt>
                <c:pt idx="30">
                  <c:v>97.297297297297305</c:v>
                </c:pt>
                <c:pt idx="31">
                  <c:v>97.402597402597394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97.872340425531902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EE-4F8A-814F-F6903F95D6FB}"/>
            </c:ext>
          </c:extLst>
        </c:ser>
        <c:ser>
          <c:idx val="2"/>
          <c:order val="2"/>
          <c:tx>
            <c:strRef>
              <c:f>Sheet2!$D$1:$D$2</c:f>
              <c:strCache>
                <c:ptCount val="1"/>
                <c:pt idx="0">
                  <c:v>LKAND96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Sheet2!$D$3:$D$64</c:f>
              <c:numCache>
                <c:formatCode>General</c:formatCode>
                <c:ptCount val="5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98.571428571428498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#N/A</c:v>
                </c:pt>
                <c:pt idx="26">
                  <c:v>#N/A</c:v>
                </c:pt>
                <c:pt idx="28">
                  <c:v>100</c:v>
                </c:pt>
                <c:pt idx="29">
                  <c:v>96.875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EE-4F8A-814F-F6903F95D6FB}"/>
            </c:ext>
          </c:extLst>
        </c:ser>
        <c:ser>
          <c:idx val="3"/>
          <c:order val="3"/>
          <c:tx>
            <c:strRef>
              <c:f>Sheet2!$E$1:$E$2</c:f>
              <c:strCache>
                <c:ptCount val="1"/>
                <c:pt idx="0">
                  <c:v>LKAND97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Sheet2!$E$3:$E$64</c:f>
              <c:numCache>
                <c:formatCode>General</c:formatCode>
                <c:ptCount val="58"/>
                <c:pt idx="0">
                  <c:v>99.607843137254903</c:v>
                </c:pt>
                <c:pt idx="1">
                  <c:v>99.866888224216197</c:v>
                </c:pt>
                <c:pt idx="2">
                  <c:v>100</c:v>
                </c:pt>
                <c:pt idx="3">
                  <c:v>99.812787480827893</c:v>
                </c:pt>
                <c:pt idx="4">
                  <c:v>100</c:v>
                </c:pt>
                <c:pt idx="5">
                  <c:v>99.944964226747302</c:v>
                </c:pt>
                <c:pt idx="6">
                  <c:v>100</c:v>
                </c:pt>
                <c:pt idx="7">
                  <c:v>99.842022116903607</c:v>
                </c:pt>
                <c:pt idx="8">
                  <c:v>99.8655913978494</c:v>
                </c:pt>
                <c:pt idx="9">
                  <c:v>99.446640316205503</c:v>
                </c:pt>
                <c:pt idx="10">
                  <c:v>99.229963215678396</c:v>
                </c:pt>
                <c:pt idx="11">
                  <c:v>99.170506912442306</c:v>
                </c:pt>
                <c:pt idx="12">
                  <c:v>99.189814814814795</c:v>
                </c:pt>
                <c:pt idx="13">
                  <c:v>99.280925267688701</c:v>
                </c:pt>
                <c:pt idx="14">
                  <c:v>99.263198688138104</c:v>
                </c:pt>
                <c:pt idx="15">
                  <c:v>96.832225263981201</c:v>
                </c:pt>
                <c:pt idx="16">
                  <c:v>97.492038216560502</c:v>
                </c:pt>
                <c:pt idx="17">
                  <c:v>97.767025512958895</c:v>
                </c:pt>
                <c:pt idx="18">
                  <c:v>98.206094272028295</c:v>
                </c:pt>
                <c:pt idx="19">
                  <c:v>97.592348284960394</c:v>
                </c:pt>
                <c:pt idx="20">
                  <c:v>97.7864583333333</c:v>
                </c:pt>
                <c:pt idx="21">
                  <c:v>98.061766325241507</c:v>
                </c:pt>
                <c:pt idx="22">
                  <c:v>98.1493943472409</c:v>
                </c:pt>
                <c:pt idx="23">
                  <c:v>98.801655759313604</c:v>
                </c:pt>
                <c:pt idx="24">
                  <c:v>99.753357222896497</c:v>
                </c:pt>
                <c:pt idx="25">
                  <c:v>100</c:v>
                </c:pt>
                <c:pt idx="26">
                  <c:v>99.806013579049406</c:v>
                </c:pt>
                <c:pt idx="27">
                  <c:v>99.786922903120498</c:v>
                </c:pt>
                <c:pt idx="28">
                  <c:v>99.862825788751707</c:v>
                </c:pt>
                <c:pt idx="29">
                  <c:v>99.936467598475204</c:v>
                </c:pt>
                <c:pt idx="30">
                  <c:v>99.932341001353095</c:v>
                </c:pt>
                <c:pt idx="31">
                  <c:v>99.882422104644306</c:v>
                </c:pt>
                <c:pt idx="32">
                  <c:v>99.4989979959919</c:v>
                </c:pt>
                <c:pt idx="33">
                  <c:v>99.278761586005103</c:v>
                </c:pt>
                <c:pt idx="34">
                  <c:v>99.275653923541199</c:v>
                </c:pt>
                <c:pt idx="35">
                  <c:v>98.037272844830795</c:v>
                </c:pt>
                <c:pt idx="36">
                  <c:v>96.268184693232101</c:v>
                </c:pt>
                <c:pt idx="37">
                  <c:v>97.2338594766168</c:v>
                </c:pt>
                <c:pt idx="38">
                  <c:v>98.746676794530899</c:v>
                </c:pt>
                <c:pt idx="39">
                  <c:v>98.111197355901595</c:v>
                </c:pt>
                <c:pt idx="40">
                  <c:v>99.105486175703405</c:v>
                </c:pt>
                <c:pt idx="41">
                  <c:v>98.936731652316297</c:v>
                </c:pt>
                <c:pt idx="42">
                  <c:v>98.577075098814205</c:v>
                </c:pt>
                <c:pt idx="43">
                  <c:v>99.329771336158302</c:v>
                </c:pt>
                <c:pt idx="44">
                  <c:v>98.182125918065395</c:v>
                </c:pt>
                <c:pt idx="45">
                  <c:v>98.697202095382806</c:v>
                </c:pt>
                <c:pt idx="46">
                  <c:v>99.039756122647006</c:v>
                </c:pt>
                <c:pt idx="47">
                  <c:v>99.438940101194007</c:v>
                </c:pt>
                <c:pt idx="48">
                  <c:v>99.546578730420407</c:v>
                </c:pt>
                <c:pt idx="49">
                  <c:v>99.225762757823205</c:v>
                </c:pt>
                <c:pt idx="50">
                  <c:v>99.711091615297903</c:v>
                </c:pt>
                <c:pt idx="51">
                  <c:v>100</c:v>
                </c:pt>
                <c:pt idx="52">
                  <c:v>100</c:v>
                </c:pt>
                <c:pt idx="53">
                  <c:v>99.945887445887394</c:v>
                </c:pt>
                <c:pt idx="54">
                  <c:v>100</c:v>
                </c:pt>
                <c:pt idx="55">
                  <c:v>99.796643131290594</c:v>
                </c:pt>
                <c:pt idx="56">
                  <c:v>99.337293390795296</c:v>
                </c:pt>
                <c:pt idx="57">
                  <c:v>99.138576715703195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5EE-4F8A-814F-F6903F95D6FB}"/>
            </c:ext>
          </c:extLst>
        </c:ser>
        <c:ser>
          <c:idx val="4"/>
          <c:order val="4"/>
          <c:tx>
            <c:strRef>
              <c:f>Sheet2!$F$1:$F$2</c:f>
              <c:strCache>
                <c:ptCount val="1"/>
                <c:pt idx="0">
                  <c:v>LKAND98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Sheet2!$F$3:$F$64</c:f>
              <c:numCache>
                <c:formatCode>General</c:formatCode>
                <c:ptCount val="58"/>
                <c:pt idx="0">
                  <c:v>99.7662771285475</c:v>
                </c:pt>
                <c:pt idx="1">
                  <c:v>99.964362081254393</c:v>
                </c:pt>
                <c:pt idx="2">
                  <c:v>99.921414538310401</c:v>
                </c:pt>
                <c:pt idx="3">
                  <c:v>99.880204418348399</c:v>
                </c:pt>
                <c:pt idx="4">
                  <c:v>99.920886075949298</c:v>
                </c:pt>
                <c:pt idx="5">
                  <c:v>100</c:v>
                </c:pt>
                <c:pt idx="6">
                  <c:v>100</c:v>
                </c:pt>
                <c:pt idx="7">
                  <c:v>99.870298313877996</c:v>
                </c:pt>
                <c:pt idx="8">
                  <c:v>99.970077797725907</c:v>
                </c:pt>
                <c:pt idx="9">
                  <c:v>99.489731421024302</c:v>
                </c:pt>
                <c:pt idx="10">
                  <c:v>98.917995444191305</c:v>
                </c:pt>
                <c:pt idx="11">
                  <c:v>99.518017508636703</c:v>
                </c:pt>
                <c:pt idx="12">
                  <c:v>99.349547511312196</c:v>
                </c:pt>
                <c:pt idx="13">
                  <c:v>98.739129192483801</c:v>
                </c:pt>
                <c:pt idx="14">
                  <c:v>99.690066967127507</c:v>
                </c:pt>
                <c:pt idx="15">
                  <c:v>99.942709825264899</c:v>
                </c:pt>
                <c:pt idx="16">
                  <c:v>99.737302977232901</c:v>
                </c:pt>
                <c:pt idx="17">
                  <c:v>99.602689486552507</c:v>
                </c:pt>
                <c:pt idx="18">
                  <c:v>99.532798943376505</c:v>
                </c:pt>
                <c:pt idx="19">
                  <c:v>99.019686348223999</c:v>
                </c:pt>
                <c:pt idx="20">
                  <c:v>98.906819364914099</c:v>
                </c:pt>
                <c:pt idx="21">
                  <c:v>98.775568096872604</c:v>
                </c:pt>
                <c:pt idx="22">
                  <c:v>99.469474164596093</c:v>
                </c:pt>
                <c:pt idx="23">
                  <c:v>99.3324432576769</c:v>
                </c:pt>
                <c:pt idx="24">
                  <c:v>99.797606307845101</c:v>
                </c:pt>
                <c:pt idx="25">
                  <c:v>99.861888244722806</c:v>
                </c:pt>
                <c:pt idx="26">
                  <c:v>99.925233644859802</c:v>
                </c:pt>
                <c:pt idx="27">
                  <c:v>99.885051534767797</c:v>
                </c:pt>
                <c:pt idx="28">
                  <c:v>100</c:v>
                </c:pt>
                <c:pt idx="29">
                  <c:v>99.928005759539204</c:v>
                </c:pt>
                <c:pt idx="30">
                  <c:v>100</c:v>
                </c:pt>
                <c:pt idx="31">
                  <c:v>99.863196374239806</c:v>
                </c:pt>
                <c:pt idx="32">
                  <c:v>99.877750611246896</c:v>
                </c:pt>
                <c:pt idx="33">
                  <c:v>99.881058578649998</c:v>
                </c:pt>
                <c:pt idx="34">
                  <c:v>99.547105273284004</c:v>
                </c:pt>
                <c:pt idx="35">
                  <c:v>99.611680952390998</c:v>
                </c:pt>
                <c:pt idx="36">
                  <c:v>98.9504416638149</c:v>
                </c:pt>
                <c:pt idx="37">
                  <c:v>99.668965517241304</c:v>
                </c:pt>
                <c:pt idx="38">
                  <c:v>99.858164973303801</c:v>
                </c:pt>
                <c:pt idx="39">
                  <c:v>99.491576044457901</c:v>
                </c:pt>
                <c:pt idx="40">
                  <c:v>99.756559372464096</c:v>
                </c:pt>
                <c:pt idx="41">
                  <c:v>99.355393138265299</c:v>
                </c:pt>
                <c:pt idx="42">
                  <c:v>99.420138335070305</c:v>
                </c:pt>
                <c:pt idx="43">
                  <c:v>99.165320409262193</c:v>
                </c:pt>
                <c:pt idx="44">
                  <c:v>99.459704031418894</c:v>
                </c:pt>
                <c:pt idx="45">
                  <c:v>98.681857500191796</c:v>
                </c:pt>
                <c:pt idx="46">
                  <c:v>99.320950212006906</c:v>
                </c:pt>
                <c:pt idx="47">
                  <c:v>99.336222349298794</c:v>
                </c:pt>
                <c:pt idx="48">
                  <c:v>99.697244928852498</c:v>
                </c:pt>
                <c:pt idx="49">
                  <c:v>99.804563214572894</c:v>
                </c:pt>
                <c:pt idx="50">
                  <c:v>99.966909331568502</c:v>
                </c:pt>
                <c:pt idx="51">
                  <c:v>99.8329993319973</c:v>
                </c:pt>
                <c:pt idx="52">
                  <c:v>100</c:v>
                </c:pt>
                <c:pt idx="53">
                  <c:v>99.897369414842103</c:v>
                </c:pt>
                <c:pt idx="54">
                  <c:v>100</c:v>
                </c:pt>
                <c:pt idx="55">
                  <c:v>99.898853674983101</c:v>
                </c:pt>
                <c:pt idx="56">
                  <c:v>99.675611913889696</c:v>
                </c:pt>
                <c:pt idx="57">
                  <c:v>99.359688195991097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5EE-4F8A-814F-F6903F95D6FB}"/>
            </c:ext>
          </c:extLst>
        </c:ser>
        <c:ser>
          <c:idx val="5"/>
          <c:order val="5"/>
          <c:tx>
            <c:strRef>
              <c:f>Sheet2!$G$1:$G$2</c:f>
              <c:strCache>
                <c:ptCount val="1"/>
                <c:pt idx="0">
                  <c:v>LKAND99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Sheet2!$G$3:$G$64</c:f>
              <c:numCache>
                <c:formatCode>General</c:formatCode>
                <c:ptCount val="58"/>
                <c:pt idx="0">
                  <c:v>97.920997920997905</c:v>
                </c:pt>
                <c:pt idx="1">
                  <c:v>99.691358024691297</c:v>
                </c:pt>
                <c:pt idx="2">
                  <c:v>99.856115107913595</c:v>
                </c:pt>
                <c:pt idx="3">
                  <c:v>99.946524064171101</c:v>
                </c:pt>
                <c:pt idx="4">
                  <c:v>100</c:v>
                </c:pt>
                <c:pt idx="5">
                  <c:v>98.934108527131698</c:v>
                </c:pt>
                <c:pt idx="6">
                  <c:v>99.812030075187906</c:v>
                </c:pt>
                <c:pt idx="7">
                  <c:v>99.880763116057196</c:v>
                </c:pt>
                <c:pt idx="8">
                  <c:v>99.5059762291921</c:v>
                </c:pt>
                <c:pt idx="9">
                  <c:v>98.332877350730698</c:v>
                </c:pt>
                <c:pt idx="10">
                  <c:v>97.325624451965396</c:v>
                </c:pt>
                <c:pt idx="11">
                  <c:v>99.454941860465098</c:v>
                </c:pt>
                <c:pt idx="12">
                  <c:v>97.157791571381907</c:v>
                </c:pt>
                <c:pt idx="13">
                  <c:v>96.267190569744599</c:v>
                </c:pt>
                <c:pt idx="14">
                  <c:v>99.688668612983506</c:v>
                </c:pt>
                <c:pt idx="15">
                  <c:v>99.841521394611703</c:v>
                </c:pt>
                <c:pt idx="16">
                  <c:v>99.634745640999299</c:v>
                </c:pt>
                <c:pt idx="17">
                  <c:v>99.678353168221193</c:v>
                </c:pt>
                <c:pt idx="18">
                  <c:v>99.503193754435699</c:v>
                </c:pt>
                <c:pt idx="19">
                  <c:v>98.9459084604715</c:v>
                </c:pt>
                <c:pt idx="20">
                  <c:v>95.934395934395894</c:v>
                </c:pt>
                <c:pt idx="21">
                  <c:v>98.258904946184302</c:v>
                </c:pt>
                <c:pt idx="22">
                  <c:v>98.754404522255697</c:v>
                </c:pt>
                <c:pt idx="23">
                  <c:v>99.487704918032705</c:v>
                </c:pt>
                <c:pt idx="24">
                  <c:v>99.5886466474701</c:v>
                </c:pt>
                <c:pt idx="25">
                  <c:v>99.714964370546298</c:v>
                </c:pt>
                <c:pt idx="26">
                  <c:v>99.891678829043698</c:v>
                </c:pt>
                <c:pt idx="27">
                  <c:v>99.709583736689197</c:v>
                </c:pt>
                <c:pt idx="28">
                  <c:v>99.732905982905905</c:v>
                </c:pt>
                <c:pt idx="29">
                  <c:v>99.804209495839402</c:v>
                </c:pt>
                <c:pt idx="30">
                  <c:v>99.956709956709901</c:v>
                </c:pt>
                <c:pt idx="31">
                  <c:v>99.700037495312998</c:v>
                </c:pt>
                <c:pt idx="32">
                  <c:v>99.366380916883998</c:v>
                </c:pt>
                <c:pt idx="33">
                  <c:v>99.290515309932701</c:v>
                </c:pt>
                <c:pt idx="34">
                  <c:v>99.629629629629605</c:v>
                </c:pt>
                <c:pt idx="35">
                  <c:v>99.522597071928701</c:v>
                </c:pt>
                <c:pt idx="36">
                  <c:v>98.898962439434399</c:v>
                </c:pt>
                <c:pt idx="37">
                  <c:v>99.454953510740594</c:v>
                </c:pt>
                <c:pt idx="38">
                  <c:v>99.451553930530096</c:v>
                </c:pt>
                <c:pt idx="39">
                  <c:v>99.540574341438699</c:v>
                </c:pt>
                <c:pt idx="40">
                  <c:v>99.333826794966697</c:v>
                </c:pt>
                <c:pt idx="41">
                  <c:v>99.3172951885565</c:v>
                </c:pt>
                <c:pt idx="42">
                  <c:v>97.647588412061495</c:v>
                </c:pt>
                <c:pt idx="43">
                  <c:v>96.653054384494396</c:v>
                </c:pt>
                <c:pt idx="44">
                  <c:v>96.708781118755994</c:v>
                </c:pt>
                <c:pt idx="45">
                  <c:v>97.7672799974074</c:v>
                </c:pt>
                <c:pt idx="46">
                  <c:v>98.6788472830751</c:v>
                </c:pt>
                <c:pt idx="47">
                  <c:v>98.461538461538396</c:v>
                </c:pt>
                <c:pt idx="48">
                  <c:v>97.928071924362797</c:v>
                </c:pt>
                <c:pt idx="49">
                  <c:v>99.776486365668305</c:v>
                </c:pt>
                <c:pt idx="50">
                  <c:v>97.038450878236702</c:v>
                </c:pt>
                <c:pt idx="51">
                  <c:v>97.295565416310595</c:v>
                </c:pt>
                <c:pt idx="52">
                  <c:v>96.677820560659399</c:v>
                </c:pt>
                <c:pt idx="53">
                  <c:v>98.8789551789624</c:v>
                </c:pt>
                <c:pt idx="54">
                  <c:v>97.760432654269295</c:v>
                </c:pt>
                <c:pt idx="55">
                  <c:v>98.761778669105894</c:v>
                </c:pt>
                <c:pt idx="56">
                  <c:v>97.725247868696997</c:v>
                </c:pt>
                <c:pt idx="57">
                  <c:v>99.027080065412093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5EE-4F8A-814F-F6903F95D6FB}"/>
            </c:ext>
          </c:extLst>
        </c:ser>
        <c:ser>
          <c:idx val="6"/>
          <c:order val="6"/>
          <c:tx>
            <c:strRef>
              <c:f>Sheet2!$H$1:$H$2</c:f>
              <c:strCache>
                <c:ptCount val="1"/>
                <c:pt idx="0">
                  <c:v>LKAND9A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Sheet2!$H$3:$H$64</c:f>
              <c:numCache>
                <c:formatCode>General</c:formatCode>
                <c:ptCount val="58"/>
                <c:pt idx="0">
                  <c:v>99.009900990098998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99.354838709677395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98.5507246376811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98.275862068965495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#N/A</c:v>
                </c:pt>
                <c:pt idx="26">
                  <c:v>#N/A</c:v>
                </c:pt>
                <c:pt idx="28">
                  <c:v>100</c:v>
                </c:pt>
                <c:pt idx="29">
                  <c:v>100</c:v>
                </c:pt>
                <c:pt idx="30">
                  <c:v>98.850574712643606</c:v>
                </c:pt>
                <c:pt idx="31">
                  <c:v>98.630136986301295</c:v>
                </c:pt>
                <c:pt idx="32">
                  <c:v>99.038461538461505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98.9690721649484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99.519230769230703</c:v>
                </c:pt>
                <c:pt idx="46">
                  <c:v>96.788482834994397</c:v>
                </c:pt>
                <c:pt idx="47">
                  <c:v>98.816568047337199</c:v>
                </c:pt>
                <c:pt idx="48">
                  <c:v>96.822742474916396</c:v>
                </c:pt>
                <c:pt idx="49">
                  <c:v>97.020637898686601</c:v>
                </c:pt>
                <c:pt idx="50">
                  <c:v>98.360293188424095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99.567099567099504</c:v>
                </c:pt>
                <c:pt idx="56">
                  <c:v>99.3055555555555</c:v>
                </c:pt>
                <c:pt idx="5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5EE-4F8A-814F-F6903F95D6FB}"/>
            </c:ext>
          </c:extLst>
        </c:ser>
        <c:ser>
          <c:idx val="7"/>
          <c:order val="7"/>
          <c:tx>
            <c:strRef>
              <c:f>Sheet2!$I$1:$I$2</c:f>
              <c:strCache>
                <c:ptCount val="1"/>
                <c:pt idx="0">
                  <c:v>LKAND9B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Sheet2!$I$3:$I$64</c:f>
              <c:numCache>
                <c:formatCode>General</c:formatCode>
                <c:ptCount val="5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98.148148148148096</c:v>
                </c:pt>
                <c:pt idx="5">
                  <c:v>97.058823529411697</c:v>
                </c:pt>
                <c:pt idx="6">
                  <c:v>98.507462686567095</c:v>
                </c:pt>
                <c:pt idx="7">
                  <c:v>95.192307692307693</c:v>
                </c:pt>
                <c:pt idx="8">
                  <c:v>100</c:v>
                </c:pt>
                <c:pt idx="9">
                  <c:v>93.103448275861993</c:v>
                </c:pt>
                <c:pt idx="10">
                  <c:v>96.296296296296205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99.107142857142804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94.736842105263094</c:v>
                </c:pt>
                <c:pt idx="22">
                  <c:v>100</c:v>
                </c:pt>
                <c:pt idx="23">
                  <c:v>98.181818181818102</c:v>
                </c:pt>
                <c:pt idx="24">
                  <c:v>54.545454545454497</c:v>
                </c:pt>
                <c:pt idx="25">
                  <c:v>#N/A</c:v>
                </c:pt>
                <c:pt idx="26">
                  <c:v>#N/A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90.625</c:v>
                </c:pt>
                <c:pt idx="33">
                  <c:v>98.113207547169793</c:v>
                </c:pt>
                <c:pt idx="34">
                  <c:v>100</c:v>
                </c:pt>
                <c:pt idx="35">
                  <c:v>98.412698412698404</c:v>
                </c:pt>
                <c:pt idx="36">
                  <c:v>96.598639455782305</c:v>
                </c:pt>
                <c:pt idx="37">
                  <c:v>98.9583333333333</c:v>
                </c:pt>
                <c:pt idx="38">
                  <c:v>100</c:v>
                </c:pt>
                <c:pt idx="39">
                  <c:v>98.198198198198199</c:v>
                </c:pt>
                <c:pt idx="40">
                  <c:v>100</c:v>
                </c:pt>
                <c:pt idx="41">
                  <c:v>100</c:v>
                </c:pt>
                <c:pt idx="42">
                  <c:v>97.142857142857096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92.857142857142804</c:v>
                </c:pt>
                <c:pt idx="52">
                  <c:v>90.909090909090907</c:v>
                </c:pt>
                <c:pt idx="53">
                  <c:v>93.3333333333333</c:v>
                </c:pt>
                <c:pt idx="54">
                  <c:v>100</c:v>
                </c:pt>
                <c:pt idx="55">
                  <c:v>97.727272727272705</c:v>
                </c:pt>
                <c:pt idx="56">
                  <c:v>100</c:v>
                </c:pt>
                <c:pt idx="57">
                  <c:v>93.939393939393895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5EE-4F8A-814F-F6903F95D6FB}"/>
            </c:ext>
          </c:extLst>
        </c:ser>
        <c:ser>
          <c:idx val="8"/>
          <c:order val="8"/>
          <c:tx>
            <c:strRef>
              <c:f>Sheet2!$J$1:$J$2</c:f>
              <c:strCache>
                <c:ptCount val="1"/>
                <c:pt idx="0">
                  <c:v>LKAND9C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Sheet2!$J$3:$J$64</c:f>
              <c:numCache>
                <c:formatCode>General</c:formatCode>
                <c:ptCount val="5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88.461538461538396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98.591549295774598</c:v>
                </c:pt>
                <c:pt idx="23">
                  <c:v>100</c:v>
                </c:pt>
                <c:pt idx="24">
                  <c:v>100</c:v>
                </c:pt>
                <c:pt idx="25">
                  <c:v>#N/A</c:v>
                </c:pt>
                <c:pt idx="26">
                  <c:v>#N/A</c:v>
                </c:pt>
                <c:pt idx="28">
                  <c:v>#N/A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85.714285714285694</c:v>
                </c:pt>
                <c:pt idx="41">
                  <c:v>75</c:v>
                </c:pt>
                <c:pt idx="42">
                  <c:v>92.857142857142804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99.233716475095704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91.6666666666666</c:v>
                </c:pt>
                <c:pt idx="55">
                  <c:v>100</c:v>
                </c:pt>
                <c:pt idx="56">
                  <c:v>100</c:v>
                </c:pt>
                <c:pt idx="57">
                  <c:v>97.368421052631504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5EE-4F8A-814F-F6903F95D6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067648"/>
        <c:axId val="120063808"/>
      </c:lineChart>
      <c:catAx>
        <c:axId val="12006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3808"/>
        <c:crosses val="autoZero"/>
        <c:auto val="1"/>
        <c:lblAlgn val="ctr"/>
        <c:lblOffset val="100"/>
        <c:noMultiLvlLbl val="0"/>
      </c:catAx>
      <c:valAx>
        <c:axId val="12006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="1">
          <a:solidFill>
            <a:schemeClr val="bg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[Book6]Sheet2!PivotTable14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DEBIT UL(</a:t>
            </a:r>
            <a:r>
              <a:rPr lang="en-US" dirty="0" err="1"/>
              <a:t>mpbs</a:t>
            </a:r>
            <a:r>
              <a:rPr lang="en-US" dirty="0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LKAND94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Sheet2!$B$3:$B$64</c:f>
              <c:numCache>
                <c:formatCode>General</c:formatCode>
                <c:ptCount val="58"/>
                <c:pt idx="0">
                  <c:v>1.62862127760307</c:v>
                </c:pt>
                <c:pt idx="1">
                  <c:v>1.4477692532309501</c:v>
                </c:pt>
                <c:pt idx="2">
                  <c:v>1.3538560393258401</c:v>
                </c:pt>
                <c:pt idx="3">
                  <c:v>1.50587969550173</c:v>
                </c:pt>
                <c:pt idx="4">
                  <c:v>1.0782527482962301</c:v>
                </c:pt>
                <c:pt idx="5">
                  <c:v>1.75994672244871</c:v>
                </c:pt>
                <c:pt idx="6">
                  <c:v>1.36939234058524</c:v>
                </c:pt>
                <c:pt idx="7">
                  <c:v>1.8397743126508701</c:v>
                </c:pt>
                <c:pt idx="8">
                  <c:v>1.4041967468911001</c:v>
                </c:pt>
                <c:pt idx="9">
                  <c:v>1.83063087657292</c:v>
                </c:pt>
                <c:pt idx="10">
                  <c:v>1.9644702812795301</c:v>
                </c:pt>
                <c:pt idx="11">
                  <c:v>2.3724663845478799</c:v>
                </c:pt>
                <c:pt idx="12">
                  <c:v>1.6819279649902601</c:v>
                </c:pt>
                <c:pt idx="13">
                  <c:v>1.9873400803467101</c:v>
                </c:pt>
                <c:pt idx="14">
                  <c:v>1.65304164765621</c:v>
                </c:pt>
                <c:pt idx="15">
                  <c:v>1.8163593830195299</c:v>
                </c:pt>
                <c:pt idx="16">
                  <c:v>1.7433088864724799</c:v>
                </c:pt>
                <c:pt idx="17">
                  <c:v>1.7439344690823799</c:v>
                </c:pt>
                <c:pt idx="18">
                  <c:v>1.84088919501463</c:v>
                </c:pt>
                <c:pt idx="19">
                  <c:v>1.28422127820947</c:v>
                </c:pt>
                <c:pt idx="20">
                  <c:v>1.39354379551791</c:v>
                </c:pt>
                <c:pt idx="21">
                  <c:v>1.38865389436665</c:v>
                </c:pt>
                <c:pt idx="22">
                  <c:v>2.1333750081509302</c:v>
                </c:pt>
                <c:pt idx="23">
                  <c:v>2.1005711402143201</c:v>
                </c:pt>
                <c:pt idx="24">
                  <c:v>3.08192619374391</c:v>
                </c:pt>
                <c:pt idx="25">
                  <c:v>#N/A</c:v>
                </c:pt>
                <c:pt idx="26">
                  <c:v>#N/A</c:v>
                </c:pt>
                <c:pt idx="28">
                  <c:v>1.1339722890284101</c:v>
                </c:pt>
                <c:pt idx="29">
                  <c:v>1.63663108308466</c:v>
                </c:pt>
                <c:pt idx="30">
                  <c:v>1.5899109643951801</c:v>
                </c:pt>
                <c:pt idx="31">
                  <c:v>2.5287396969486799</c:v>
                </c:pt>
                <c:pt idx="32">
                  <c:v>1.5411327639667001</c:v>
                </c:pt>
                <c:pt idx="33">
                  <c:v>1.1603897269624499</c:v>
                </c:pt>
                <c:pt idx="34">
                  <c:v>1.3810872137010799</c:v>
                </c:pt>
                <c:pt idx="35">
                  <c:v>1.2421870236286301</c:v>
                </c:pt>
                <c:pt idx="36">
                  <c:v>1.1818675951298601</c:v>
                </c:pt>
                <c:pt idx="37">
                  <c:v>1.0670941473664</c:v>
                </c:pt>
                <c:pt idx="38">
                  <c:v>3.1040079180783402</c:v>
                </c:pt>
                <c:pt idx="39">
                  <c:v>1.8092988350889501</c:v>
                </c:pt>
                <c:pt idx="40">
                  <c:v>0.68291469192818699</c:v>
                </c:pt>
                <c:pt idx="41">
                  <c:v>1.46364798225905</c:v>
                </c:pt>
                <c:pt idx="42">
                  <c:v>1.0880642317993601</c:v>
                </c:pt>
                <c:pt idx="43">
                  <c:v>1.14694777382107</c:v>
                </c:pt>
                <c:pt idx="44">
                  <c:v>1.27620756664844</c:v>
                </c:pt>
                <c:pt idx="45">
                  <c:v>1.5196869046391199</c:v>
                </c:pt>
                <c:pt idx="46">
                  <c:v>2.1138615672966901</c:v>
                </c:pt>
                <c:pt idx="47">
                  <c:v>1.7022571452001101</c:v>
                </c:pt>
                <c:pt idx="48">
                  <c:v>1.61111246936039</c:v>
                </c:pt>
                <c:pt idx="49">
                  <c:v>1.03722405318592</c:v>
                </c:pt>
                <c:pt idx="50">
                  <c:v>0.69964830016671198</c:v>
                </c:pt>
                <c:pt idx="51">
                  <c:v>1.79329847474861</c:v>
                </c:pt>
                <c:pt idx="52">
                  <c:v>1.3548228531566</c:v>
                </c:pt>
                <c:pt idx="53">
                  <c:v>1.0934050598026701</c:v>
                </c:pt>
                <c:pt idx="54">
                  <c:v>1.34898144662402</c:v>
                </c:pt>
                <c:pt idx="55">
                  <c:v>1.02892568449602</c:v>
                </c:pt>
                <c:pt idx="56">
                  <c:v>1.51372450991428</c:v>
                </c:pt>
                <c:pt idx="57">
                  <c:v>2.7724123774887501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F4-4026-A52E-D26B71E5B03A}"/>
            </c:ext>
          </c:extLst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LKAND95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Sheet2!$C$3:$C$64</c:f>
              <c:numCache>
                <c:formatCode>General</c:formatCode>
                <c:ptCount val="58"/>
                <c:pt idx="0">
                  <c:v>0.94638336245279797</c:v>
                </c:pt>
                <c:pt idx="1">
                  <c:v>1.06291894630192</c:v>
                </c:pt>
                <c:pt idx="2">
                  <c:v>1.1337522695178499</c:v>
                </c:pt>
                <c:pt idx="3">
                  <c:v>1.3928404360753199</c:v>
                </c:pt>
                <c:pt idx="4">
                  <c:v>0.67757575757575705</c:v>
                </c:pt>
                <c:pt idx="5">
                  <c:v>1.4650117923688</c:v>
                </c:pt>
                <c:pt idx="6">
                  <c:v>1.90534884082372</c:v>
                </c:pt>
                <c:pt idx="7">
                  <c:v>1.7243795921878999</c:v>
                </c:pt>
                <c:pt idx="8">
                  <c:v>2.5907118369550499</c:v>
                </c:pt>
                <c:pt idx="9">
                  <c:v>4.4586874388239597</c:v>
                </c:pt>
                <c:pt idx="10">
                  <c:v>3.4029160368326399</c:v>
                </c:pt>
                <c:pt idx="11">
                  <c:v>2.5919579926698599</c:v>
                </c:pt>
                <c:pt idx="12">
                  <c:v>1.41290167041125</c:v>
                </c:pt>
                <c:pt idx="13">
                  <c:v>0.74039296120050102</c:v>
                </c:pt>
                <c:pt idx="14">
                  <c:v>2.58714936232264</c:v>
                </c:pt>
                <c:pt idx="15">
                  <c:v>4.2110791035458996</c:v>
                </c:pt>
                <c:pt idx="16">
                  <c:v>0.99515926544240396</c:v>
                </c:pt>
                <c:pt idx="17">
                  <c:v>0.53631075319753596</c:v>
                </c:pt>
                <c:pt idx="18">
                  <c:v>1.91447337590374</c:v>
                </c:pt>
                <c:pt idx="19">
                  <c:v>1.21462911751321</c:v>
                </c:pt>
                <c:pt idx="20">
                  <c:v>0.96419488618279103</c:v>
                </c:pt>
                <c:pt idx="21">
                  <c:v>1.1703154939417599</c:v>
                </c:pt>
                <c:pt idx="22">
                  <c:v>0.66125889948764904</c:v>
                </c:pt>
                <c:pt idx="23">
                  <c:v>0.96568098852603701</c:v>
                </c:pt>
                <c:pt idx="24">
                  <c:v>1.2408176602454499</c:v>
                </c:pt>
                <c:pt idx="25">
                  <c:v>#N/A</c:v>
                </c:pt>
                <c:pt idx="26">
                  <c:v>#N/A</c:v>
                </c:pt>
                <c:pt idx="28">
                  <c:v>1.6056144349477599</c:v>
                </c:pt>
                <c:pt idx="29">
                  <c:v>1.7185664352406</c:v>
                </c:pt>
                <c:pt idx="30">
                  <c:v>1.0030325247470899</c:v>
                </c:pt>
                <c:pt idx="31">
                  <c:v>1.39494333436961</c:v>
                </c:pt>
                <c:pt idx="32">
                  <c:v>1.55056560931381</c:v>
                </c:pt>
                <c:pt idx="33">
                  <c:v>1.6900562620742301</c:v>
                </c:pt>
                <c:pt idx="34">
                  <c:v>1.7834510957949301</c:v>
                </c:pt>
                <c:pt idx="35">
                  <c:v>1.3998359626497101</c:v>
                </c:pt>
                <c:pt idx="36">
                  <c:v>1.26652549959468</c:v>
                </c:pt>
                <c:pt idx="37">
                  <c:v>1.1818397202172699</c:v>
                </c:pt>
                <c:pt idx="38">
                  <c:v>0.81480273134523096</c:v>
                </c:pt>
                <c:pt idx="39">
                  <c:v>2.78625740523748</c:v>
                </c:pt>
                <c:pt idx="40">
                  <c:v>1.4526145684393199</c:v>
                </c:pt>
                <c:pt idx="41">
                  <c:v>0.83023405088062596</c:v>
                </c:pt>
                <c:pt idx="42">
                  <c:v>0.79654928187926399</c:v>
                </c:pt>
                <c:pt idx="43">
                  <c:v>1.71768874935852</c:v>
                </c:pt>
                <c:pt idx="44">
                  <c:v>1.35492255013056</c:v>
                </c:pt>
                <c:pt idx="45">
                  <c:v>1.78897118902601</c:v>
                </c:pt>
                <c:pt idx="46">
                  <c:v>1.7786982663889299</c:v>
                </c:pt>
                <c:pt idx="47">
                  <c:v>0.93499688858788998</c:v>
                </c:pt>
                <c:pt idx="48">
                  <c:v>3.0386923902831802</c:v>
                </c:pt>
                <c:pt idx="49">
                  <c:v>2.0632185028000301</c:v>
                </c:pt>
                <c:pt idx="50">
                  <c:v>2.4395395178962702</c:v>
                </c:pt>
                <c:pt idx="51">
                  <c:v>2.6519925004261098</c:v>
                </c:pt>
                <c:pt idx="52">
                  <c:v>1.6055990117621699</c:v>
                </c:pt>
                <c:pt idx="53">
                  <c:v>1.30260085751321</c:v>
                </c:pt>
                <c:pt idx="54">
                  <c:v>1.3846611068991601</c:v>
                </c:pt>
                <c:pt idx="55">
                  <c:v>1.37147133884297</c:v>
                </c:pt>
                <c:pt idx="56">
                  <c:v>1.6011812190080801</c:v>
                </c:pt>
                <c:pt idx="57">
                  <c:v>1.37764132920758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F4-4026-A52E-D26B71E5B03A}"/>
            </c:ext>
          </c:extLst>
        </c:ser>
        <c:ser>
          <c:idx val="2"/>
          <c:order val="2"/>
          <c:tx>
            <c:strRef>
              <c:f>Sheet2!$D$1:$D$2</c:f>
              <c:strCache>
                <c:ptCount val="1"/>
                <c:pt idx="0">
                  <c:v>LKAND96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Sheet2!$D$3:$D$64</c:f>
              <c:numCache>
                <c:formatCode>General</c:formatCode>
                <c:ptCount val="58"/>
                <c:pt idx="0">
                  <c:v>3.8195817923186302</c:v>
                </c:pt>
                <c:pt idx="1">
                  <c:v>0.37670046082949299</c:v>
                </c:pt>
                <c:pt idx="2">
                  <c:v>0.42982124187173198</c:v>
                </c:pt>
                <c:pt idx="3">
                  <c:v>1.3865598460242901</c:v>
                </c:pt>
                <c:pt idx="4">
                  <c:v>0.68984710672474503</c:v>
                </c:pt>
                <c:pt idx="5">
                  <c:v>1.4336114309116901</c:v>
                </c:pt>
                <c:pt idx="6">
                  <c:v>1.3534973684210501</c:v>
                </c:pt>
                <c:pt idx="7">
                  <c:v>2.0286698235040799</c:v>
                </c:pt>
                <c:pt idx="8">
                  <c:v>4.5676397581920298</c:v>
                </c:pt>
                <c:pt idx="9">
                  <c:v>1.2137939836617</c:v>
                </c:pt>
                <c:pt idx="10">
                  <c:v>2.1469553681220601</c:v>
                </c:pt>
                <c:pt idx="11">
                  <c:v>1.57403160324317</c:v>
                </c:pt>
                <c:pt idx="12">
                  <c:v>2.0230935466377402</c:v>
                </c:pt>
                <c:pt idx="13">
                  <c:v>1.71242922374429</c:v>
                </c:pt>
                <c:pt idx="14">
                  <c:v>2.080861211802</c:v>
                </c:pt>
                <c:pt idx="15">
                  <c:v>2.1876561597914099</c:v>
                </c:pt>
                <c:pt idx="16">
                  <c:v>1.81817759903192</c:v>
                </c:pt>
                <c:pt idx="17">
                  <c:v>1.4592222745658601</c:v>
                </c:pt>
                <c:pt idx="18">
                  <c:v>1.13029809685734</c:v>
                </c:pt>
                <c:pt idx="19">
                  <c:v>1.3703221756422601</c:v>
                </c:pt>
                <c:pt idx="20">
                  <c:v>1.7741875874683</c:v>
                </c:pt>
                <c:pt idx="21">
                  <c:v>1.8653190329232301</c:v>
                </c:pt>
                <c:pt idx="22">
                  <c:v>1.5925778556491199</c:v>
                </c:pt>
                <c:pt idx="23">
                  <c:v>1.4556475020474999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8">
                  <c:v>1.58175761772853</c:v>
                </c:pt>
                <c:pt idx="29">
                  <c:v>1.29855530245507</c:v>
                </c:pt>
                <c:pt idx="30">
                  <c:v>1.0710628262694799</c:v>
                </c:pt>
                <c:pt idx="31">
                  <c:v>1.4228790173513799</c:v>
                </c:pt>
                <c:pt idx="32">
                  <c:v>1.73299222460896</c:v>
                </c:pt>
                <c:pt idx="33">
                  <c:v>3.2918110483945502</c:v>
                </c:pt>
                <c:pt idx="34">
                  <c:v>2.6696128888888802</c:v>
                </c:pt>
                <c:pt idx="35">
                  <c:v>1.0995033868423401</c:v>
                </c:pt>
                <c:pt idx="36">
                  <c:v>2.2867698463737001</c:v>
                </c:pt>
                <c:pt idx="37">
                  <c:v>1.62429851911989</c:v>
                </c:pt>
                <c:pt idx="38">
                  <c:v>1.36164707525034</c:v>
                </c:pt>
                <c:pt idx="39">
                  <c:v>0.85075322852749202</c:v>
                </c:pt>
                <c:pt idx="40">
                  <c:v>1.01578066556849</c:v>
                </c:pt>
                <c:pt idx="41">
                  <c:v>1.5458394015861501</c:v>
                </c:pt>
                <c:pt idx="42">
                  <c:v>0.97585443905443903</c:v>
                </c:pt>
                <c:pt idx="43">
                  <c:v>1.06543608819059</c:v>
                </c:pt>
                <c:pt idx="44">
                  <c:v>1.5979299181705999</c:v>
                </c:pt>
                <c:pt idx="45">
                  <c:v>1.7405679004207699</c:v>
                </c:pt>
                <c:pt idx="46">
                  <c:v>1.4608637627432799</c:v>
                </c:pt>
                <c:pt idx="47">
                  <c:v>0.66633043478260801</c:v>
                </c:pt>
                <c:pt idx="48">
                  <c:v>0.70924137931034403</c:v>
                </c:pt>
                <c:pt idx="49">
                  <c:v>0.57223529411764695</c:v>
                </c:pt>
                <c:pt idx="50">
                  <c:v>1.14296774193548</c:v>
                </c:pt>
                <c:pt idx="51">
                  <c:v>1.42758697923195</c:v>
                </c:pt>
                <c:pt idx="52">
                  <c:v>2.0755892069931599</c:v>
                </c:pt>
                <c:pt idx="53">
                  <c:v>1.2966581447893699</c:v>
                </c:pt>
                <c:pt idx="54">
                  <c:v>1.6158236914600499</c:v>
                </c:pt>
                <c:pt idx="55">
                  <c:v>1.21900771785451</c:v>
                </c:pt>
                <c:pt idx="56">
                  <c:v>1.4590490232215201</c:v>
                </c:pt>
                <c:pt idx="57">
                  <c:v>4.02263699174945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F4-4026-A52E-D26B71E5B03A}"/>
            </c:ext>
          </c:extLst>
        </c:ser>
        <c:ser>
          <c:idx val="3"/>
          <c:order val="3"/>
          <c:tx>
            <c:strRef>
              <c:f>Sheet2!$E$1:$E$2</c:f>
              <c:strCache>
                <c:ptCount val="1"/>
                <c:pt idx="0">
                  <c:v>LKAND97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Sheet2!$E$3:$E$64</c:f>
              <c:numCache>
                <c:formatCode>General</c:formatCode>
                <c:ptCount val="58"/>
                <c:pt idx="0">
                  <c:v>2.6495709592531802</c:v>
                </c:pt>
                <c:pt idx="1">
                  <c:v>2.5021925778009599</c:v>
                </c:pt>
                <c:pt idx="2">
                  <c:v>3.6495385849694499</c:v>
                </c:pt>
                <c:pt idx="3">
                  <c:v>2.3962264356538001</c:v>
                </c:pt>
                <c:pt idx="4">
                  <c:v>1.5963909100710301</c:v>
                </c:pt>
                <c:pt idx="5">
                  <c:v>1.6548877566507501</c:v>
                </c:pt>
                <c:pt idx="6">
                  <c:v>1.9817521233606701</c:v>
                </c:pt>
                <c:pt idx="7">
                  <c:v>4.0552306191202003</c:v>
                </c:pt>
                <c:pt idx="8">
                  <c:v>2.9297118555416302</c:v>
                </c:pt>
                <c:pt idx="9">
                  <c:v>4.0059857651181403</c:v>
                </c:pt>
                <c:pt idx="10">
                  <c:v>4.0552759919920103</c:v>
                </c:pt>
                <c:pt idx="11">
                  <c:v>3.84640489170779</c:v>
                </c:pt>
                <c:pt idx="12">
                  <c:v>3.8153095675926099</c:v>
                </c:pt>
                <c:pt idx="13">
                  <c:v>3.5546836462957199</c:v>
                </c:pt>
                <c:pt idx="14">
                  <c:v>3.49795960435429</c:v>
                </c:pt>
                <c:pt idx="15">
                  <c:v>3.4048697707525202</c:v>
                </c:pt>
                <c:pt idx="16">
                  <c:v>3.1608656621454698</c:v>
                </c:pt>
                <c:pt idx="17">
                  <c:v>3.06457056600216</c:v>
                </c:pt>
                <c:pt idx="18">
                  <c:v>3.0674488618251998</c:v>
                </c:pt>
                <c:pt idx="19">
                  <c:v>2.4614243028473202</c:v>
                </c:pt>
                <c:pt idx="20">
                  <c:v>2.87907879363557</c:v>
                </c:pt>
                <c:pt idx="21">
                  <c:v>3.4456881679745099</c:v>
                </c:pt>
                <c:pt idx="22">
                  <c:v>3.1874748602346301</c:v>
                </c:pt>
                <c:pt idx="23">
                  <c:v>3.0731613051463298</c:v>
                </c:pt>
                <c:pt idx="24">
                  <c:v>2.0042150631428299</c:v>
                </c:pt>
                <c:pt idx="25">
                  <c:v>2.2655076396051199</c:v>
                </c:pt>
                <c:pt idx="26">
                  <c:v>1.5857429892514601</c:v>
                </c:pt>
                <c:pt idx="27">
                  <c:v>2.3957258576945302</c:v>
                </c:pt>
                <c:pt idx="28">
                  <c:v>1.9797435275880699</c:v>
                </c:pt>
                <c:pt idx="29">
                  <c:v>3.07268972781059</c:v>
                </c:pt>
                <c:pt idx="30">
                  <c:v>2.9626750874996999</c:v>
                </c:pt>
                <c:pt idx="31">
                  <c:v>3.1659691375971901</c:v>
                </c:pt>
                <c:pt idx="32">
                  <c:v>4.0572797459065297</c:v>
                </c:pt>
                <c:pt idx="33">
                  <c:v>3.2623325620553998</c:v>
                </c:pt>
                <c:pt idx="34">
                  <c:v>3.6090549023352998</c:v>
                </c:pt>
                <c:pt idx="35">
                  <c:v>3.5899470677585001</c:v>
                </c:pt>
                <c:pt idx="36">
                  <c:v>2.6222753606641098</c:v>
                </c:pt>
                <c:pt idx="37">
                  <c:v>2.1883452038507101</c:v>
                </c:pt>
                <c:pt idx="38">
                  <c:v>2.5382904037095799</c:v>
                </c:pt>
                <c:pt idx="39">
                  <c:v>2.6837356018126699</c:v>
                </c:pt>
                <c:pt idx="40">
                  <c:v>3.3465060415279999</c:v>
                </c:pt>
                <c:pt idx="41">
                  <c:v>3.4344169281149499</c:v>
                </c:pt>
                <c:pt idx="42">
                  <c:v>3.7807821782892699</c:v>
                </c:pt>
                <c:pt idx="43">
                  <c:v>2.7268267207039001</c:v>
                </c:pt>
                <c:pt idx="44">
                  <c:v>3.0304878258740402</c:v>
                </c:pt>
                <c:pt idx="45">
                  <c:v>3.5315381211435399</c:v>
                </c:pt>
                <c:pt idx="46">
                  <c:v>2.9515389262204401</c:v>
                </c:pt>
                <c:pt idx="47">
                  <c:v>3.2616241845643401</c:v>
                </c:pt>
                <c:pt idx="48">
                  <c:v>3.3971146787258402</c:v>
                </c:pt>
                <c:pt idx="49">
                  <c:v>1.7460671993293999</c:v>
                </c:pt>
                <c:pt idx="50">
                  <c:v>1.58290507802396</c:v>
                </c:pt>
                <c:pt idx="51">
                  <c:v>1.6793408058680399</c:v>
                </c:pt>
                <c:pt idx="52">
                  <c:v>2.9802666824339799</c:v>
                </c:pt>
                <c:pt idx="53">
                  <c:v>1.5776256538219999</c:v>
                </c:pt>
                <c:pt idx="54">
                  <c:v>2.1660091732664801</c:v>
                </c:pt>
                <c:pt idx="55">
                  <c:v>2.1241221441468499</c:v>
                </c:pt>
                <c:pt idx="56">
                  <c:v>2.6039829143479598</c:v>
                </c:pt>
                <c:pt idx="57">
                  <c:v>2.9859425711290202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FF4-4026-A52E-D26B71E5B03A}"/>
            </c:ext>
          </c:extLst>
        </c:ser>
        <c:ser>
          <c:idx val="4"/>
          <c:order val="4"/>
          <c:tx>
            <c:strRef>
              <c:f>Sheet2!$F$1:$F$2</c:f>
              <c:strCache>
                <c:ptCount val="1"/>
                <c:pt idx="0">
                  <c:v>LKAND98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Sheet2!$F$3:$F$64</c:f>
              <c:numCache>
                <c:formatCode>General</c:formatCode>
                <c:ptCount val="58"/>
                <c:pt idx="0">
                  <c:v>3.08394702948809</c:v>
                </c:pt>
                <c:pt idx="1">
                  <c:v>1.5018393608596201</c:v>
                </c:pt>
                <c:pt idx="2">
                  <c:v>1.1634822079394</c:v>
                </c:pt>
                <c:pt idx="3">
                  <c:v>1.4162160414046501</c:v>
                </c:pt>
                <c:pt idx="4">
                  <c:v>3.2231471124898401</c:v>
                </c:pt>
                <c:pt idx="5">
                  <c:v>1.80625740499193</c:v>
                </c:pt>
                <c:pt idx="6">
                  <c:v>1.4458557852712499</c:v>
                </c:pt>
                <c:pt idx="7">
                  <c:v>2.0635063539042702</c:v>
                </c:pt>
                <c:pt idx="8">
                  <c:v>3.04631786099957</c:v>
                </c:pt>
                <c:pt idx="9">
                  <c:v>2.6081016762162799</c:v>
                </c:pt>
                <c:pt idx="10">
                  <c:v>2.5393825338704299</c:v>
                </c:pt>
                <c:pt idx="11">
                  <c:v>3.6510497232119099</c:v>
                </c:pt>
                <c:pt idx="12">
                  <c:v>3.0509275074989999</c:v>
                </c:pt>
                <c:pt idx="13">
                  <c:v>2.7860516008264602</c:v>
                </c:pt>
                <c:pt idx="14">
                  <c:v>2.63003219761781</c:v>
                </c:pt>
                <c:pt idx="15">
                  <c:v>2.8411394532393301</c:v>
                </c:pt>
                <c:pt idx="16">
                  <c:v>2.7455117031180798</c:v>
                </c:pt>
                <c:pt idx="17">
                  <c:v>3.32009099142146</c:v>
                </c:pt>
                <c:pt idx="18">
                  <c:v>2.78993719308151</c:v>
                </c:pt>
                <c:pt idx="19">
                  <c:v>3.68524785656715</c:v>
                </c:pt>
                <c:pt idx="20">
                  <c:v>3.5625548502630502</c:v>
                </c:pt>
                <c:pt idx="21">
                  <c:v>4.1032045617547297</c:v>
                </c:pt>
                <c:pt idx="22">
                  <c:v>3.9107111753897299</c:v>
                </c:pt>
                <c:pt idx="23">
                  <c:v>3.65050999905647</c:v>
                </c:pt>
                <c:pt idx="24">
                  <c:v>2.9256057508002198</c:v>
                </c:pt>
                <c:pt idx="25">
                  <c:v>2.07260241532973</c:v>
                </c:pt>
                <c:pt idx="26">
                  <c:v>1.21326149947909</c:v>
                </c:pt>
                <c:pt idx="27">
                  <c:v>2.7000023462837199</c:v>
                </c:pt>
                <c:pt idx="28">
                  <c:v>1.84139506276688</c:v>
                </c:pt>
                <c:pt idx="29">
                  <c:v>2.6465290911819199</c:v>
                </c:pt>
                <c:pt idx="30">
                  <c:v>2.0023765567720599</c:v>
                </c:pt>
                <c:pt idx="31">
                  <c:v>2.1611788167489099</c:v>
                </c:pt>
                <c:pt idx="32">
                  <c:v>2.7437026224992498</c:v>
                </c:pt>
                <c:pt idx="33">
                  <c:v>3.0142396478720301</c:v>
                </c:pt>
                <c:pt idx="34">
                  <c:v>3.0537527405070901</c:v>
                </c:pt>
                <c:pt idx="35">
                  <c:v>4.8004304190410902</c:v>
                </c:pt>
                <c:pt idx="36">
                  <c:v>4.6799537258615604</c:v>
                </c:pt>
                <c:pt idx="37">
                  <c:v>4.9338703828218096</c:v>
                </c:pt>
                <c:pt idx="38">
                  <c:v>6.4920594955565099</c:v>
                </c:pt>
                <c:pt idx="39">
                  <c:v>3.7282227011563598</c:v>
                </c:pt>
                <c:pt idx="40">
                  <c:v>4.2599894326304399</c:v>
                </c:pt>
                <c:pt idx="41">
                  <c:v>5.4048098100355304</c:v>
                </c:pt>
                <c:pt idx="42">
                  <c:v>4.3218602153544898</c:v>
                </c:pt>
                <c:pt idx="43">
                  <c:v>4.5869733147919396</c:v>
                </c:pt>
                <c:pt idx="44">
                  <c:v>3.8619741939494898</c:v>
                </c:pt>
                <c:pt idx="45">
                  <c:v>4.4551071107634899</c:v>
                </c:pt>
                <c:pt idx="46">
                  <c:v>4.4212828186247597</c:v>
                </c:pt>
                <c:pt idx="47">
                  <c:v>3.60033771614876</c:v>
                </c:pt>
                <c:pt idx="48">
                  <c:v>2.8922314215887401</c:v>
                </c:pt>
                <c:pt idx="49">
                  <c:v>1.6777325810754899</c:v>
                </c:pt>
                <c:pt idx="50">
                  <c:v>1.8912065314495099</c:v>
                </c:pt>
                <c:pt idx="51">
                  <c:v>2.0420624886532801</c:v>
                </c:pt>
                <c:pt idx="52">
                  <c:v>3.5270713582333499</c:v>
                </c:pt>
                <c:pt idx="53">
                  <c:v>2.5066336473416602</c:v>
                </c:pt>
                <c:pt idx="54">
                  <c:v>1.8379757994389201</c:v>
                </c:pt>
                <c:pt idx="55">
                  <c:v>2.0219768895680601</c:v>
                </c:pt>
                <c:pt idx="56">
                  <c:v>4.0095481921231304</c:v>
                </c:pt>
                <c:pt idx="57">
                  <c:v>3.9925207300341099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FF4-4026-A52E-D26B71E5B03A}"/>
            </c:ext>
          </c:extLst>
        </c:ser>
        <c:ser>
          <c:idx val="5"/>
          <c:order val="5"/>
          <c:tx>
            <c:strRef>
              <c:f>Sheet2!$G$1:$G$2</c:f>
              <c:strCache>
                <c:ptCount val="1"/>
                <c:pt idx="0">
                  <c:v>LKAND99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Sheet2!$G$3:$G$64</c:f>
              <c:numCache>
                <c:formatCode>General</c:formatCode>
                <c:ptCount val="58"/>
                <c:pt idx="0">
                  <c:v>3.96166832457213</c:v>
                </c:pt>
                <c:pt idx="1">
                  <c:v>2.5117080945549399</c:v>
                </c:pt>
                <c:pt idx="2">
                  <c:v>2.2940205672488001</c:v>
                </c:pt>
                <c:pt idx="3">
                  <c:v>2.99419272992606</c:v>
                </c:pt>
                <c:pt idx="4">
                  <c:v>1.7846939960111801</c:v>
                </c:pt>
                <c:pt idx="5">
                  <c:v>3.4157770508944498</c:v>
                </c:pt>
                <c:pt idx="6">
                  <c:v>2.3961374347083</c:v>
                </c:pt>
                <c:pt idx="7">
                  <c:v>2.7302901931967698</c:v>
                </c:pt>
                <c:pt idx="8">
                  <c:v>6.9942015596026899</c:v>
                </c:pt>
                <c:pt idx="9">
                  <c:v>3.2465257763597299</c:v>
                </c:pt>
                <c:pt idx="10">
                  <c:v>3.5768955361039598</c:v>
                </c:pt>
                <c:pt idx="11">
                  <c:v>3.12054149484731</c:v>
                </c:pt>
                <c:pt idx="12">
                  <c:v>3.2553456133842098</c:v>
                </c:pt>
                <c:pt idx="13">
                  <c:v>5.2115191465520896</c:v>
                </c:pt>
                <c:pt idx="14">
                  <c:v>4.47163573156823</c:v>
                </c:pt>
                <c:pt idx="15">
                  <c:v>5.0712549631196797</c:v>
                </c:pt>
                <c:pt idx="16">
                  <c:v>4.2925491207780198</c:v>
                </c:pt>
                <c:pt idx="17">
                  <c:v>5.1442154538063303</c:v>
                </c:pt>
                <c:pt idx="18">
                  <c:v>8.1550401157320493</c:v>
                </c:pt>
                <c:pt idx="19">
                  <c:v>4.6792615403353404</c:v>
                </c:pt>
                <c:pt idx="20">
                  <c:v>4.3709484131896401</c:v>
                </c:pt>
                <c:pt idx="21">
                  <c:v>4.3370416116853301</c:v>
                </c:pt>
                <c:pt idx="22">
                  <c:v>3.85234953950971</c:v>
                </c:pt>
                <c:pt idx="23">
                  <c:v>4.6103304514923504</c:v>
                </c:pt>
                <c:pt idx="24">
                  <c:v>3.38891121491667</c:v>
                </c:pt>
                <c:pt idx="25">
                  <c:v>2.9687390431044101</c:v>
                </c:pt>
                <c:pt idx="26">
                  <c:v>1.8066220218225899</c:v>
                </c:pt>
                <c:pt idx="27">
                  <c:v>2.7386234122091002</c:v>
                </c:pt>
                <c:pt idx="28">
                  <c:v>3.0535478696790501</c:v>
                </c:pt>
                <c:pt idx="29">
                  <c:v>2.71230467439295</c:v>
                </c:pt>
                <c:pt idx="30">
                  <c:v>2.81826386078381</c:v>
                </c:pt>
                <c:pt idx="31">
                  <c:v>3.1149675601164</c:v>
                </c:pt>
                <c:pt idx="32">
                  <c:v>3.6179958652569599</c:v>
                </c:pt>
                <c:pt idx="33">
                  <c:v>3.9599845240597298</c:v>
                </c:pt>
                <c:pt idx="34">
                  <c:v>4.7920490083238203</c:v>
                </c:pt>
                <c:pt idx="35">
                  <c:v>3.9662019614325001</c:v>
                </c:pt>
                <c:pt idx="36">
                  <c:v>3.1549913545561599</c:v>
                </c:pt>
                <c:pt idx="37">
                  <c:v>6.8572031781592298</c:v>
                </c:pt>
                <c:pt idx="38">
                  <c:v>4.2452570624462203</c:v>
                </c:pt>
                <c:pt idx="39">
                  <c:v>4.2347495477164498</c:v>
                </c:pt>
                <c:pt idx="40">
                  <c:v>3.68176536293609</c:v>
                </c:pt>
                <c:pt idx="41">
                  <c:v>4.1696710414336797</c:v>
                </c:pt>
                <c:pt idx="42">
                  <c:v>4.1457838177763504</c:v>
                </c:pt>
                <c:pt idx="43">
                  <c:v>4.6271748025363904</c:v>
                </c:pt>
                <c:pt idx="44">
                  <c:v>6.9257074661087898</c:v>
                </c:pt>
                <c:pt idx="45">
                  <c:v>4.9708543264434599</c:v>
                </c:pt>
                <c:pt idx="46">
                  <c:v>4.8135143023278797</c:v>
                </c:pt>
                <c:pt idx="47">
                  <c:v>4.1519045790655902</c:v>
                </c:pt>
                <c:pt idx="48">
                  <c:v>3.2414734567478898</c:v>
                </c:pt>
                <c:pt idx="49">
                  <c:v>3.1100658680003299</c:v>
                </c:pt>
                <c:pt idx="50">
                  <c:v>3.4997787666292499</c:v>
                </c:pt>
                <c:pt idx="51">
                  <c:v>4.2006231942386902</c:v>
                </c:pt>
                <c:pt idx="52">
                  <c:v>3.7310482705990098</c:v>
                </c:pt>
                <c:pt idx="53">
                  <c:v>3.3280397385454501</c:v>
                </c:pt>
                <c:pt idx="54">
                  <c:v>4.9439209481623001</c:v>
                </c:pt>
                <c:pt idx="55">
                  <c:v>5.3762122840295996</c:v>
                </c:pt>
                <c:pt idx="56">
                  <c:v>4.0359397915862596</c:v>
                </c:pt>
                <c:pt idx="57">
                  <c:v>3.8145484658855899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FF4-4026-A52E-D26B71E5B03A}"/>
            </c:ext>
          </c:extLst>
        </c:ser>
        <c:ser>
          <c:idx val="6"/>
          <c:order val="6"/>
          <c:tx>
            <c:strRef>
              <c:f>Sheet2!$H$1:$H$2</c:f>
              <c:strCache>
                <c:ptCount val="1"/>
                <c:pt idx="0">
                  <c:v>LKAND9A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Sheet2!$H$3:$H$64</c:f>
              <c:numCache>
                <c:formatCode>General</c:formatCode>
                <c:ptCount val="58"/>
                <c:pt idx="0">
                  <c:v>1.3424482264744899</c:v>
                </c:pt>
                <c:pt idx="1">
                  <c:v>0.456628279685526</c:v>
                </c:pt>
                <c:pt idx="2">
                  <c:v>0.344130478759271</c:v>
                </c:pt>
                <c:pt idx="3">
                  <c:v>1.94896380558428</c:v>
                </c:pt>
                <c:pt idx="4">
                  <c:v>1.7073510842712001</c:v>
                </c:pt>
                <c:pt idx="5">
                  <c:v>2.9261227834897898</c:v>
                </c:pt>
                <c:pt idx="6">
                  <c:v>0.70667533620451695</c:v>
                </c:pt>
                <c:pt idx="7">
                  <c:v>1.25499970894697</c:v>
                </c:pt>
                <c:pt idx="8">
                  <c:v>1.0322451631887299</c:v>
                </c:pt>
                <c:pt idx="9">
                  <c:v>1.10617436254056</c:v>
                </c:pt>
                <c:pt idx="10">
                  <c:v>0.87133936272085999</c:v>
                </c:pt>
                <c:pt idx="11">
                  <c:v>1.4738174629999401</c:v>
                </c:pt>
                <c:pt idx="12">
                  <c:v>0.89771692152599103</c:v>
                </c:pt>
                <c:pt idx="13">
                  <c:v>0.70331060099268805</c:v>
                </c:pt>
                <c:pt idx="14">
                  <c:v>1.65980022642618</c:v>
                </c:pt>
                <c:pt idx="15">
                  <c:v>1.2068206475485601</c:v>
                </c:pt>
                <c:pt idx="16">
                  <c:v>0.43587687553368798</c:v>
                </c:pt>
                <c:pt idx="17">
                  <c:v>1.39395538710568</c:v>
                </c:pt>
                <c:pt idx="18">
                  <c:v>1.4519377762665699</c:v>
                </c:pt>
                <c:pt idx="19">
                  <c:v>1.4899821048722</c:v>
                </c:pt>
                <c:pt idx="20">
                  <c:v>1.5355338336766899</c:v>
                </c:pt>
                <c:pt idx="21">
                  <c:v>0.50895885610207903</c:v>
                </c:pt>
                <c:pt idx="22">
                  <c:v>1.8924669587948699</c:v>
                </c:pt>
                <c:pt idx="23">
                  <c:v>1.3384818261328599</c:v>
                </c:pt>
                <c:pt idx="24">
                  <c:v>0.86377300939882895</c:v>
                </c:pt>
                <c:pt idx="25">
                  <c:v>#N/A</c:v>
                </c:pt>
                <c:pt idx="26">
                  <c:v>#N/A</c:v>
                </c:pt>
                <c:pt idx="28">
                  <c:v>0.41058111556689703</c:v>
                </c:pt>
                <c:pt idx="29">
                  <c:v>0.72746233382570102</c:v>
                </c:pt>
                <c:pt idx="30">
                  <c:v>0.67583075716329</c:v>
                </c:pt>
                <c:pt idx="31">
                  <c:v>2.6923375646288799</c:v>
                </c:pt>
                <c:pt idx="32">
                  <c:v>0.90726314048493195</c:v>
                </c:pt>
                <c:pt idx="33">
                  <c:v>2.3770389298782302</c:v>
                </c:pt>
                <c:pt idx="34">
                  <c:v>1.5747734703823399</c:v>
                </c:pt>
                <c:pt idx="35">
                  <c:v>0.94335263623719801</c:v>
                </c:pt>
                <c:pt idx="36">
                  <c:v>0.23984840178326899</c:v>
                </c:pt>
                <c:pt idx="37">
                  <c:v>1.10725508423916</c:v>
                </c:pt>
                <c:pt idx="38">
                  <c:v>1.22899512974711</c:v>
                </c:pt>
                <c:pt idx="39">
                  <c:v>1.02073618870266</c:v>
                </c:pt>
                <c:pt idx="40">
                  <c:v>1.12836260317643</c:v>
                </c:pt>
                <c:pt idx="41">
                  <c:v>1.1114105090499</c:v>
                </c:pt>
                <c:pt idx="42">
                  <c:v>1.4764521670451101</c:v>
                </c:pt>
                <c:pt idx="43">
                  <c:v>1.7280102863956599</c:v>
                </c:pt>
                <c:pt idx="44">
                  <c:v>1.24633005580653</c:v>
                </c:pt>
                <c:pt idx="45">
                  <c:v>1.32286170258951</c:v>
                </c:pt>
                <c:pt idx="46">
                  <c:v>1.5477434459766599</c:v>
                </c:pt>
                <c:pt idx="47">
                  <c:v>1.7548936791204399</c:v>
                </c:pt>
                <c:pt idx="48">
                  <c:v>2.1257151850292102</c:v>
                </c:pt>
                <c:pt idx="49">
                  <c:v>0.56755670940035996</c:v>
                </c:pt>
                <c:pt idx="50">
                  <c:v>0.98399135873146104</c:v>
                </c:pt>
                <c:pt idx="51">
                  <c:v>1.19226848717801</c:v>
                </c:pt>
                <c:pt idx="52">
                  <c:v>1.52462803461396</c:v>
                </c:pt>
                <c:pt idx="53">
                  <c:v>1.72796543667717</c:v>
                </c:pt>
                <c:pt idx="54">
                  <c:v>1.1357489744090601</c:v>
                </c:pt>
                <c:pt idx="55">
                  <c:v>0.80471565456578897</c:v>
                </c:pt>
                <c:pt idx="56">
                  <c:v>0.60074313374046096</c:v>
                </c:pt>
                <c:pt idx="57">
                  <c:v>0.59412254075323201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FF4-4026-A52E-D26B71E5B03A}"/>
            </c:ext>
          </c:extLst>
        </c:ser>
        <c:ser>
          <c:idx val="7"/>
          <c:order val="7"/>
          <c:tx>
            <c:strRef>
              <c:f>Sheet2!$I$1:$I$2</c:f>
              <c:strCache>
                <c:ptCount val="1"/>
                <c:pt idx="0">
                  <c:v>LKAND9B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Sheet2!$I$3:$I$64</c:f>
              <c:numCache>
                <c:formatCode>General</c:formatCode>
                <c:ptCount val="58"/>
                <c:pt idx="0">
                  <c:v>1.33901879634419</c:v>
                </c:pt>
                <c:pt idx="1">
                  <c:v>0.97327391874180802</c:v>
                </c:pt>
                <c:pt idx="2">
                  <c:v>1.45561492178098</c:v>
                </c:pt>
                <c:pt idx="3">
                  <c:v>2.1879997832800502</c:v>
                </c:pt>
                <c:pt idx="4">
                  <c:v>0.98052173913043394</c:v>
                </c:pt>
                <c:pt idx="5">
                  <c:v>0.634410825604378</c:v>
                </c:pt>
                <c:pt idx="6">
                  <c:v>0.46561618692642498</c:v>
                </c:pt>
                <c:pt idx="7">
                  <c:v>1.0758340118022001</c:v>
                </c:pt>
                <c:pt idx="8">
                  <c:v>1.60816504916768</c:v>
                </c:pt>
                <c:pt idx="9">
                  <c:v>0.90504864944432095</c:v>
                </c:pt>
                <c:pt idx="10">
                  <c:v>1.59493085116894</c:v>
                </c:pt>
                <c:pt idx="11">
                  <c:v>1.4734512331023699</c:v>
                </c:pt>
                <c:pt idx="12">
                  <c:v>1.3781740767361399</c:v>
                </c:pt>
                <c:pt idx="13">
                  <c:v>1.5157361340028299</c:v>
                </c:pt>
                <c:pt idx="14">
                  <c:v>1.34483216604605</c:v>
                </c:pt>
                <c:pt idx="15">
                  <c:v>1.1645669757094901</c:v>
                </c:pt>
                <c:pt idx="16">
                  <c:v>1.7281560098987201</c:v>
                </c:pt>
                <c:pt idx="17">
                  <c:v>1.62077503657804</c:v>
                </c:pt>
                <c:pt idx="18">
                  <c:v>2.3096598802694501</c:v>
                </c:pt>
                <c:pt idx="19">
                  <c:v>1.06177830722496</c:v>
                </c:pt>
                <c:pt idx="20">
                  <c:v>0.56313634054903805</c:v>
                </c:pt>
                <c:pt idx="21">
                  <c:v>0.85589170314516305</c:v>
                </c:pt>
                <c:pt idx="22">
                  <c:v>1.3734243516253699</c:v>
                </c:pt>
                <c:pt idx="23">
                  <c:v>1.2542664900888501</c:v>
                </c:pt>
                <c:pt idx="24">
                  <c:v>1.0073281888334</c:v>
                </c:pt>
                <c:pt idx="25">
                  <c:v>#N/A</c:v>
                </c:pt>
                <c:pt idx="26">
                  <c:v>#N/A</c:v>
                </c:pt>
                <c:pt idx="28">
                  <c:v>1.32313688581314</c:v>
                </c:pt>
                <c:pt idx="29">
                  <c:v>0.64095602841831401</c:v>
                </c:pt>
                <c:pt idx="30">
                  <c:v>0.61984726756564901</c:v>
                </c:pt>
                <c:pt idx="31">
                  <c:v>1.4119883076923001</c:v>
                </c:pt>
                <c:pt idx="32">
                  <c:v>0.66052615581075302</c:v>
                </c:pt>
                <c:pt idx="33">
                  <c:v>1.1554299610199099</c:v>
                </c:pt>
                <c:pt idx="34">
                  <c:v>1.0941582617483501</c:v>
                </c:pt>
                <c:pt idx="35">
                  <c:v>1.09643405608906</c:v>
                </c:pt>
                <c:pt idx="36">
                  <c:v>1.55201928661443</c:v>
                </c:pt>
                <c:pt idx="37">
                  <c:v>0.89471525782549499</c:v>
                </c:pt>
                <c:pt idx="38">
                  <c:v>0.66304433873470503</c:v>
                </c:pt>
                <c:pt idx="39">
                  <c:v>9.7851587429122297E-2</c:v>
                </c:pt>
                <c:pt idx="40">
                  <c:v>6.38813068403042E-2</c:v>
                </c:pt>
                <c:pt idx="41">
                  <c:v>6.1904422307279897E-2</c:v>
                </c:pt>
                <c:pt idx="42">
                  <c:v>0.127539867810434</c:v>
                </c:pt>
                <c:pt idx="43">
                  <c:v>0.76579345837605295</c:v>
                </c:pt>
                <c:pt idx="44">
                  <c:v>0.87222084640827702</c:v>
                </c:pt>
                <c:pt idx="45">
                  <c:v>0.81544565985941797</c:v>
                </c:pt>
                <c:pt idx="46">
                  <c:v>0.80916010847873898</c:v>
                </c:pt>
                <c:pt idx="47">
                  <c:v>2.2959303369151201</c:v>
                </c:pt>
                <c:pt idx="48">
                  <c:v>0.772907628776353</c:v>
                </c:pt>
                <c:pt idx="49">
                  <c:v>0.46421566110397899</c:v>
                </c:pt>
                <c:pt idx="50">
                  <c:v>1.01073435655253</c:v>
                </c:pt>
                <c:pt idx="51">
                  <c:v>1.4548458946621701</c:v>
                </c:pt>
                <c:pt idx="52">
                  <c:v>0.503522957662492</c:v>
                </c:pt>
                <c:pt idx="53">
                  <c:v>1.57707859961623</c:v>
                </c:pt>
                <c:pt idx="54">
                  <c:v>1.7269843344223801</c:v>
                </c:pt>
                <c:pt idx="55">
                  <c:v>1.17725906595878</c:v>
                </c:pt>
                <c:pt idx="56">
                  <c:v>3.5906071486184401</c:v>
                </c:pt>
                <c:pt idx="57">
                  <c:v>0.88178649692163202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FF4-4026-A52E-D26B71E5B03A}"/>
            </c:ext>
          </c:extLst>
        </c:ser>
        <c:ser>
          <c:idx val="8"/>
          <c:order val="8"/>
          <c:tx>
            <c:strRef>
              <c:f>Sheet2!$J$1:$J$2</c:f>
              <c:strCache>
                <c:ptCount val="1"/>
                <c:pt idx="0">
                  <c:v>LKAND9C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Sheet2!$J$3:$J$64</c:f>
              <c:numCache>
                <c:formatCode>General</c:formatCode>
                <c:ptCount val="58"/>
                <c:pt idx="0">
                  <c:v>2.5305996131528001</c:v>
                </c:pt>
                <c:pt idx="1">
                  <c:v>0.65426615969581703</c:v>
                </c:pt>
                <c:pt idx="2">
                  <c:v>1.47070516470109</c:v>
                </c:pt>
                <c:pt idx="3">
                  <c:v>0.73222433132010301</c:v>
                </c:pt>
                <c:pt idx="4">
                  <c:v>1.6028267631102999</c:v>
                </c:pt>
                <c:pt idx="5">
                  <c:v>2.03810227815835</c:v>
                </c:pt>
                <c:pt idx="6">
                  <c:v>1.4385838621940099</c:v>
                </c:pt>
                <c:pt idx="7">
                  <c:v>0.80580817906076696</c:v>
                </c:pt>
                <c:pt idx="8">
                  <c:v>1.23011886099811</c:v>
                </c:pt>
                <c:pt idx="9">
                  <c:v>2.5903478102852899</c:v>
                </c:pt>
                <c:pt idx="10">
                  <c:v>0.239028121484814</c:v>
                </c:pt>
                <c:pt idx="11">
                  <c:v>2.6104343821949301</c:v>
                </c:pt>
                <c:pt idx="12">
                  <c:v>#N/A</c:v>
                </c:pt>
                <c:pt idx="13">
                  <c:v>0.62952956636005197</c:v>
                </c:pt>
                <c:pt idx="14">
                  <c:v>1.6E-2</c:v>
                </c:pt>
                <c:pt idx="15">
                  <c:v>0.471751456310679</c:v>
                </c:pt>
                <c:pt idx="16">
                  <c:v>1.5969894120297301</c:v>
                </c:pt>
                <c:pt idx="17">
                  <c:v>1.7350811333794001</c:v>
                </c:pt>
                <c:pt idx="18">
                  <c:v>2.2090309653916198</c:v>
                </c:pt>
                <c:pt idx="19">
                  <c:v>1.18149505088526</c:v>
                </c:pt>
                <c:pt idx="20">
                  <c:v>0.36111392405063197</c:v>
                </c:pt>
                <c:pt idx="21">
                  <c:v>1.1438454465849299</c:v>
                </c:pt>
                <c:pt idx="22">
                  <c:v>1.78881957954188</c:v>
                </c:pt>
                <c:pt idx="23">
                  <c:v>0.57006702160977096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8">
                  <c:v>#N/A</c:v>
                </c:pt>
                <c:pt idx="29">
                  <c:v>1.16120949647795</c:v>
                </c:pt>
                <c:pt idx="30">
                  <c:v>0.72295013423202104</c:v>
                </c:pt>
                <c:pt idx="31">
                  <c:v>1.0518307349665901</c:v>
                </c:pt>
                <c:pt idx="32">
                  <c:v>0.59525472179683503</c:v>
                </c:pt>
                <c:pt idx="33">
                  <c:v>1.26032326071679</c:v>
                </c:pt>
                <c:pt idx="34">
                  <c:v>1.2845398450065799</c:v>
                </c:pt>
                <c:pt idx="35">
                  <c:v>0.907424973767051</c:v>
                </c:pt>
                <c:pt idx="36">
                  <c:v>1.1672773826458001</c:v>
                </c:pt>
                <c:pt idx="37">
                  <c:v>0.57942799119986399</c:v>
                </c:pt>
                <c:pt idx="38">
                  <c:v>0.81208072535829101</c:v>
                </c:pt>
                <c:pt idx="39">
                  <c:v>1.2315675675675599</c:v>
                </c:pt>
                <c:pt idx="40">
                  <c:v>0.22958730158730101</c:v>
                </c:pt>
                <c:pt idx="41">
                  <c:v>2.75714285714285E-2</c:v>
                </c:pt>
                <c:pt idx="42">
                  <c:v>4.98095029051</c:v>
                </c:pt>
                <c:pt idx="43">
                  <c:v>#N/A</c:v>
                </c:pt>
                <c:pt idx="44">
                  <c:v>3.8939690293585998</c:v>
                </c:pt>
                <c:pt idx="45">
                  <c:v>2.52583456985003</c:v>
                </c:pt>
                <c:pt idx="46">
                  <c:v>1.78340940429157</c:v>
                </c:pt>
                <c:pt idx="47">
                  <c:v>1.6743272596391701</c:v>
                </c:pt>
                <c:pt idx="48">
                  <c:v>1.8721215354284999</c:v>
                </c:pt>
                <c:pt idx="49">
                  <c:v>1.22350830177687</c:v>
                </c:pt>
                <c:pt idx="50">
                  <c:v>0.74545454545454504</c:v>
                </c:pt>
                <c:pt idx="51">
                  <c:v>2.03601014155926</c:v>
                </c:pt>
                <c:pt idx="52">
                  <c:v>2.3632154155445102</c:v>
                </c:pt>
                <c:pt idx="53">
                  <c:v>1.4739279835390899</c:v>
                </c:pt>
                <c:pt idx="54">
                  <c:v>0.61657931034482705</c:v>
                </c:pt>
                <c:pt idx="55">
                  <c:v>2.0609565494528801</c:v>
                </c:pt>
                <c:pt idx="56">
                  <c:v>1.4134714912280699</c:v>
                </c:pt>
                <c:pt idx="57">
                  <c:v>1.7062398540811601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FF4-4026-A52E-D26B71E5B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067648"/>
        <c:axId val="120063808"/>
      </c:lineChart>
      <c:catAx>
        <c:axId val="12006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3808"/>
        <c:crosses val="autoZero"/>
        <c:auto val="1"/>
        <c:lblAlgn val="ctr"/>
        <c:lblOffset val="100"/>
        <c:noMultiLvlLbl val="0"/>
      </c:catAx>
      <c:valAx>
        <c:axId val="12006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="1">
          <a:solidFill>
            <a:schemeClr val="bg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[Book6]Sheet2!PivotTable14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DEBIT DL(mpbs)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LKAND94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Sheet2!$B$3:$B$64</c:f>
              <c:numCache>
                <c:formatCode>General</c:formatCode>
                <c:ptCount val="58"/>
                <c:pt idx="0">
                  <c:v>30.3533512709724</c:v>
                </c:pt>
                <c:pt idx="1">
                  <c:v>32.961831805385103</c:v>
                </c:pt>
                <c:pt idx="2">
                  <c:v>37.701355608418503</c:v>
                </c:pt>
                <c:pt idx="3">
                  <c:v>22.659789739759798</c:v>
                </c:pt>
                <c:pt idx="4">
                  <c:v>31.275654078835899</c:v>
                </c:pt>
                <c:pt idx="5">
                  <c:v>34.541353320243601</c:v>
                </c:pt>
                <c:pt idx="6">
                  <c:v>37.541173578712701</c:v>
                </c:pt>
                <c:pt idx="7">
                  <c:v>30.813087730602302</c:v>
                </c:pt>
                <c:pt idx="8">
                  <c:v>23.581049095232299</c:v>
                </c:pt>
                <c:pt idx="9">
                  <c:v>25.7033179697744</c:v>
                </c:pt>
                <c:pt idx="10">
                  <c:v>25.141901365501099</c:v>
                </c:pt>
                <c:pt idx="11">
                  <c:v>25.129226328674999</c:v>
                </c:pt>
                <c:pt idx="12">
                  <c:v>21.4165114909073</c:v>
                </c:pt>
                <c:pt idx="13">
                  <c:v>32.7897910025549</c:v>
                </c:pt>
                <c:pt idx="14">
                  <c:v>30.170953270001998</c:v>
                </c:pt>
                <c:pt idx="15">
                  <c:v>32.491985778443102</c:v>
                </c:pt>
                <c:pt idx="16">
                  <c:v>32.627618254938099</c:v>
                </c:pt>
                <c:pt idx="17">
                  <c:v>39.165559337068402</c:v>
                </c:pt>
                <c:pt idx="18">
                  <c:v>16.2615014178369</c:v>
                </c:pt>
                <c:pt idx="19">
                  <c:v>24.914930522364401</c:v>
                </c:pt>
                <c:pt idx="20">
                  <c:v>21.339319653591399</c:v>
                </c:pt>
                <c:pt idx="21">
                  <c:v>20.8545303690493</c:v>
                </c:pt>
                <c:pt idx="22">
                  <c:v>27.388208431708598</c:v>
                </c:pt>
                <c:pt idx="23">
                  <c:v>24.355572130089801</c:v>
                </c:pt>
                <c:pt idx="24">
                  <c:v>20.419660347763799</c:v>
                </c:pt>
                <c:pt idx="25">
                  <c:v>#N/A</c:v>
                </c:pt>
                <c:pt idx="26">
                  <c:v>#N/A</c:v>
                </c:pt>
                <c:pt idx="28">
                  <c:v>46.582930588176502</c:v>
                </c:pt>
                <c:pt idx="29">
                  <c:v>30.428154008125102</c:v>
                </c:pt>
                <c:pt idx="30">
                  <c:v>27.7020532951679</c:v>
                </c:pt>
                <c:pt idx="31">
                  <c:v>24.965047332655502</c:v>
                </c:pt>
                <c:pt idx="32">
                  <c:v>25.791281219759501</c:v>
                </c:pt>
                <c:pt idx="33">
                  <c:v>28.804921771413401</c:v>
                </c:pt>
                <c:pt idx="34">
                  <c:v>20.570426603707201</c:v>
                </c:pt>
                <c:pt idx="35">
                  <c:v>19.2150288305562</c:v>
                </c:pt>
                <c:pt idx="36">
                  <c:v>17.679197753832099</c:v>
                </c:pt>
                <c:pt idx="37">
                  <c:v>28.406813954255899</c:v>
                </c:pt>
                <c:pt idx="38">
                  <c:v>25.017556488556501</c:v>
                </c:pt>
                <c:pt idx="39">
                  <c:v>37.247060200840203</c:v>
                </c:pt>
                <c:pt idx="40">
                  <c:v>23.393643328103799</c:v>
                </c:pt>
                <c:pt idx="41">
                  <c:v>10.7157139802964</c:v>
                </c:pt>
                <c:pt idx="42">
                  <c:v>14.5619933649664</c:v>
                </c:pt>
                <c:pt idx="43">
                  <c:v>28.051344157977699</c:v>
                </c:pt>
                <c:pt idx="44">
                  <c:v>16.934297121358899</c:v>
                </c:pt>
                <c:pt idx="45">
                  <c:v>23.996362806764601</c:v>
                </c:pt>
                <c:pt idx="46">
                  <c:v>24.274403443824198</c:v>
                </c:pt>
                <c:pt idx="47">
                  <c:v>23.674981056314699</c:v>
                </c:pt>
                <c:pt idx="48">
                  <c:v>23.985660756301499</c:v>
                </c:pt>
                <c:pt idx="49">
                  <c:v>23.092170183226401</c:v>
                </c:pt>
                <c:pt idx="50">
                  <c:v>21.6589584729576</c:v>
                </c:pt>
                <c:pt idx="51">
                  <c:v>29.817222158567201</c:v>
                </c:pt>
                <c:pt idx="52">
                  <c:v>18.742916533852</c:v>
                </c:pt>
                <c:pt idx="53">
                  <c:v>25.028482586150801</c:v>
                </c:pt>
                <c:pt idx="54">
                  <c:v>30.214827056300098</c:v>
                </c:pt>
                <c:pt idx="55">
                  <c:v>20.442529641070301</c:v>
                </c:pt>
                <c:pt idx="56">
                  <c:v>27.970315550578999</c:v>
                </c:pt>
                <c:pt idx="57">
                  <c:v>19.9405204913758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AA-4F1C-B127-6206B61015AF}"/>
            </c:ext>
          </c:extLst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LKAND95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Sheet2!$C$3:$C$64</c:f>
              <c:numCache>
                <c:formatCode>General</c:formatCode>
                <c:ptCount val="58"/>
                <c:pt idx="0">
                  <c:v>12.581237332265101</c:v>
                </c:pt>
                <c:pt idx="1">
                  <c:v>20.635047103677199</c:v>
                </c:pt>
                <c:pt idx="2">
                  <c:v>28.6656622915927</c:v>
                </c:pt>
                <c:pt idx="3">
                  <c:v>6.1397192982456099</c:v>
                </c:pt>
                <c:pt idx="4">
                  <c:v>0.12224</c:v>
                </c:pt>
                <c:pt idx="5">
                  <c:v>29.1636794985351</c:v>
                </c:pt>
                <c:pt idx="6">
                  <c:v>38.2591427456966</c:v>
                </c:pt>
                <c:pt idx="7">
                  <c:v>24.023614758197901</c:v>
                </c:pt>
                <c:pt idx="8">
                  <c:v>21.373915204478699</c:v>
                </c:pt>
                <c:pt idx="9">
                  <c:v>20.8440052208278</c:v>
                </c:pt>
                <c:pt idx="10">
                  <c:v>17.142130709661298</c:v>
                </c:pt>
                <c:pt idx="11">
                  <c:v>14.8120108165321</c:v>
                </c:pt>
                <c:pt idx="12">
                  <c:v>31.333697920053901</c:v>
                </c:pt>
                <c:pt idx="13">
                  <c:v>14.975710638514499</c:v>
                </c:pt>
                <c:pt idx="14">
                  <c:v>21.257419214352399</c:v>
                </c:pt>
                <c:pt idx="15">
                  <c:v>12.2448230508645</c:v>
                </c:pt>
                <c:pt idx="16">
                  <c:v>21.304181280174401</c:v>
                </c:pt>
                <c:pt idx="17">
                  <c:v>11.0613700085829</c:v>
                </c:pt>
                <c:pt idx="18">
                  <c:v>21.311870709527</c:v>
                </c:pt>
                <c:pt idx="19">
                  <c:v>24.087960728730899</c:v>
                </c:pt>
                <c:pt idx="20">
                  <c:v>13.521891654592199</c:v>
                </c:pt>
                <c:pt idx="21">
                  <c:v>16.148857848804202</c:v>
                </c:pt>
                <c:pt idx="22">
                  <c:v>20.575687178829298</c:v>
                </c:pt>
                <c:pt idx="23">
                  <c:v>19.838912461380001</c:v>
                </c:pt>
                <c:pt idx="24">
                  <c:v>11.145545365570699</c:v>
                </c:pt>
                <c:pt idx="25">
                  <c:v>#N/A</c:v>
                </c:pt>
                <c:pt idx="26">
                  <c:v>#N/A</c:v>
                </c:pt>
                <c:pt idx="28">
                  <c:v>7.7519670329670296</c:v>
                </c:pt>
                <c:pt idx="29">
                  <c:v>38.518222600667698</c:v>
                </c:pt>
                <c:pt idx="30">
                  <c:v>23.863481361881298</c:v>
                </c:pt>
                <c:pt idx="31">
                  <c:v>28.426840935790199</c:v>
                </c:pt>
                <c:pt idx="32">
                  <c:v>16.273595614208599</c:v>
                </c:pt>
                <c:pt idx="33">
                  <c:v>24.801477114285898</c:v>
                </c:pt>
                <c:pt idx="34">
                  <c:v>19.9639304520616</c:v>
                </c:pt>
                <c:pt idx="35">
                  <c:v>25.366266844563</c:v>
                </c:pt>
                <c:pt idx="36">
                  <c:v>23.9754400575776</c:v>
                </c:pt>
                <c:pt idx="37">
                  <c:v>27.709019035873201</c:v>
                </c:pt>
                <c:pt idx="38">
                  <c:v>16.349325414553299</c:v>
                </c:pt>
                <c:pt idx="39">
                  <c:v>24.262798511948201</c:v>
                </c:pt>
                <c:pt idx="40">
                  <c:v>26.2341241115838</c:v>
                </c:pt>
                <c:pt idx="41">
                  <c:v>12.6262337216431</c:v>
                </c:pt>
                <c:pt idx="42">
                  <c:v>20.4002855751014</c:v>
                </c:pt>
                <c:pt idx="43">
                  <c:v>23.3570926938824</c:v>
                </c:pt>
                <c:pt idx="44">
                  <c:v>24.225886758218401</c:v>
                </c:pt>
                <c:pt idx="45">
                  <c:v>17.8232127164029</c:v>
                </c:pt>
                <c:pt idx="46">
                  <c:v>14.4910492870662</c:v>
                </c:pt>
                <c:pt idx="47">
                  <c:v>14.707483281157501</c:v>
                </c:pt>
                <c:pt idx="48">
                  <c:v>25.951015378895001</c:v>
                </c:pt>
                <c:pt idx="49">
                  <c:v>5.1039892060786798</c:v>
                </c:pt>
                <c:pt idx="50">
                  <c:v>42.797005432814203</c:v>
                </c:pt>
                <c:pt idx="51">
                  <c:v>18.060462060038201</c:v>
                </c:pt>
                <c:pt idx="52">
                  <c:v>44.910131620072903</c:v>
                </c:pt>
                <c:pt idx="53">
                  <c:v>17.247821597187301</c:v>
                </c:pt>
                <c:pt idx="54">
                  <c:v>12.0829701221096</c:v>
                </c:pt>
                <c:pt idx="55">
                  <c:v>18.860536120464999</c:v>
                </c:pt>
                <c:pt idx="56">
                  <c:v>27.738938760763499</c:v>
                </c:pt>
                <c:pt idx="57">
                  <c:v>24.591188307670699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AA-4F1C-B127-6206B61015AF}"/>
            </c:ext>
          </c:extLst>
        </c:ser>
        <c:ser>
          <c:idx val="2"/>
          <c:order val="2"/>
          <c:tx>
            <c:strRef>
              <c:f>Sheet2!$D$1:$D$2</c:f>
              <c:strCache>
                <c:ptCount val="1"/>
                <c:pt idx="0">
                  <c:v>LKAND96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Sheet2!$D$3:$D$64</c:f>
              <c:numCache>
                <c:formatCode>General</c:formatCode>
                <c:ptCount val="58"/>
                <c:pt idx="0">
                  <c:v>48.789556796399701</c:v>
                </c:pt>
                <c:pt idx="1">
                  <c:v>6.1723333333333299</c:v>
                </c:pt>
                <c:pt idx="2">
                  <c:v>24.753477104874399</c:v>
                </c:pt>
                <c:pt idx="3">
                  <c:v>30.287532388355402</c:v>
                </c:pt>
                <c:pt idx="4">
                  <c:v>2.9116775225037701</c:v>
                </c:pt>
                <c:pt idx="5">
                  <c:v>23.608839927415001</c:v>
                </c:pt>
                <c:pt idx="6">
                  <c:v>6.3797392848085197</c:v>
                </c:pt>
                <c:pt idx="7">
                  <c:v>16.332620620620599</c:v>
                </c:pt>
                <c:pt idx="8">
                  <c:v>6.1818368673205599</c:v>
                </c:pt>
                <c:pt idx="9">
                  <c:v>24.617193078573699</c:v>
                </c:pt>
                <c:pt idx="10">
                  <c:v>30.940013291506901</c:v>
                </c:pt>
                <c:pt idx="11">
                  <c:v>29.397373750299899</c:v>
                </c:pt>
                <c:pt idx="12">
                  <c:v>33.841534325679298</c:v>
                </c:pt>
                <c:pt idx="13">
                  <c:v>43.997962879338701</c:v>
                </c:pt>
                <c:pt idx="14">
                  <c:v>43.089294907418697</c:v>
                </c:pt>
                <c:pt idx="15">
                  <c:v>37.516743476515401</c:v>
                </c:pt>
                <c:pt idx="16">
                  <c:v>47.886852959947902</c:v>
                </c:pt>
                <c:pt idx="17">
                  <c:v>33.314076917264799</c:v>
                </c:pt>
                <c:pt idx="18">
                  <c:v>23.317756977135801</c:v>
                </c:pt>
                <c:pt idx="19">
                  <c:v>23.763578455718399</c:v>
                </c:pt>
                <c:pt idx="20">
                  <c:v>47.3109006783788</c:v>
                </c:pt>
                <c:pt idx="21">
                  <c:v>44.612114731731999</c:v>
                </c:pt>
                <c:pt idx="22">
                  <c:v>51.485800501370001</c:v>
                </c:pt>
                <c:pt idx="23">
                  <c:v>12.217080597014901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8">
                  <c:v>31.485100257069401</c:v>
                </c:pt>
                <c:pt idx="29">
                  <c:v>20.927270678920799</c:v>
                </c:pt>
                <c:pt idx="30">
                  <c:v>12.7468541392904</c:v>
                </c:pt>
                <c:pt idx="31">
                  <c:v>13.272223562212201</c:v>
                </c:pt>
                <c:pt idx="32">
                  <c:v>19.883674494683898</c:v>
                </c:pt>
                <c:pt idx="33">
                  <c:v>24.6862899768498</c:v>
                </c:pt>
                <c:pt idx="34">
                  <c:v>19.974854206430699</c:v>
                </c:pt>
                <c:pt idx="35">
                  <c:v>18.4129835043085</c:v>
                </c:pt>
                <c:pt idx="36">
                  <c:v>14.8078023116779</c:v>
                </c:pt>
                <c:pt idx="37">
                  <c:v>28.312556316646301</c:v>
                </c:pt>
                <c:pt idx="38">
                  <c:v>12.4537023409056</c:v>
                </c:pt>
                <c:pt idx="39">
                  <c:v>9.5694090789305193</c:v>
                </c:pt>
                <c:pt idx="40">
                  <c:v>20.7453780059701</c:v>
                </c:pt>
                <c:pt idx="41">
                  <c:v>29.728833706456498</c:v>
                </c:pt>
                <c:pt idx="42">
                  <c:v>22.8882407950694</c:v>
                </c:pt>
                <c:pt idx="43">
                  <c:v>21.829169793632801</c:v>
                </c:pt>
                <c:pt idx="44">
                  <c:v>38.704010594272397</c:v>
                </c:pt>
                <c:pt idx="45">
                  <c:v>35.196318693869699</c:v>
                </c:pt>
                <c:pt idx="46">
                  <c:v>42.602108069718497</c:v>
                </c:pt>
                <c:pt idx="47">
                  <c:v>23.4451408057439</c:v>
                </c:pt>
                <c:pt idx="48">
                  <c:v>0.69447619047619003</c:v>
                </c:pt>
                <c:pt idx="49">
                  <c:v>2.0815999999999999</c:v>
                </c:pt>
                <c:pt idx="50">
                  <c:v>5.3456969696969701</c:v>
                </c:pt>
                <c:pt idx="51">
                  <c:v>33.2551680461982</c:v>
                </c:pt>
                <c:pt idx="52">
                  <c:v>51.6707629250715</c:v>
                </c:pt>
                <c:pt idx="53">
                  <c:v>28.213816874886401</c:v>
                </c:pt>
                <c:pt idx="54">
                  <c:v>33.097800548036197</c:v>
                </c:pt>
                <c:pt idx="55">
                  <c:v>31.922202633156498</c:v>
                </c:pt>
                <c:pt idx="56">
                  <c:v>34.712914600993599</c:v>
                </c:pt>
                <c:pt idx="57">
                  <c:v>11.7489045754989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AA-4F1C-B127-6206B61015AF}"/>
            </c:ext>
          </c:extLst>
        </c:ser>
        <c:ser>
          <c:idx val="3"/>
          <c:order val="3"/>
          <c:tx>
            <c:strRef>
              <c:f>Sheet2!$E$1:$E$2</c:f>
              <c:strCache>
                <c:ptCount val="1"/>
                <c:pt idx="0">
                  <c:v>LKAND97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Sheet2!$E$3:$E$64</c:f>
              <c:numCache>
                <c:formatCode>General</c:formatCode>
                <c:ptCount val="58"/>
                <c:pt idx="0">
                  <c:v>24.928412132680499</c:v>
                </c:pt>
                <c:pt idx="1">
                  <c:v>27.016560591383399</c:v>
                </c:pt>
                <c:pt idx="2">
                  <c:v>18.8770167103105</c:v>
                </c:pt>
                <c:pt idx="3">
                  <c:v>24.4392063104942</c:v>
                </c:pt>
                <c:pt idx="4">
                  <c:v>24.946874746662498</c:v>
                </c:pt>
                <c:pt idx="5">
                  <c:v>21.2813076760781</c:v>
                </c:pt>
                <c:pt idx="6">
                  <c:v>20.310930915557801</c:v>
                </c:pt>
                <c:pt idx="7">
                  <c:v>17.926155833100299</c:v>
                </c:pt>
                <c:pt idx="8">
                  <c:v>20.875821922828401</c:v>
                </c:pt>
                <c:pt idx="9">
                  <c:v>22.523745921102201</c:v>
                </c:pt>
                <c:pt idx="10">
                  <c:v>19.9077318137379</c:v>
                </c:pt>
                <c:pt idx="11">
                  <c:v>23.212212157263799</c:v>
                </c:pt>
                <c:pt idx="12">
                  <c:v>18.8073381365861</c:v>
                </c:pt>
                <c:pt idx="13">
                  <c:v>20.145856306968401</c:v>
                </c:pt>
                <c:pt idx="14">
                  <c:v>23.576156420041102</c:v>
                </c:pt>
                <c:pt idx="15">
                  <c:v>21.151437322203002</c:v>
                </c:pt>
                <c:pt idx="16">
                  <c:v>20.114376746152899</c:v>
                </c:pt>
                <c:pt idx="17">
                  <c:v>19.775415159076999</c:v>
                </c:pt>
                <c:pt idx="18">
                  <c:v>19.189572846328002</c:v>
                </c:pt>
                <c:pt idx="19">
                  <c:v>18.428702883458399</c:v>
                </c:pt>
                <c:pt idx="20">
                  <c:v>19.444178063759299</c:v>
                </c:pt>
                <c:pt idx="21">
                  <c:v>21.3094115231385</c:v>
                </c:pt>
                <c:pt idx="22">
                  <c:v>24.263629241539501</c:v>
                </c:pt>
                <c:pt idx="23">
                  <c:v>20.461093978596502</c:v>
                </c:pt>
                <c:pt idx="24">
                  <c:v>27.888114907240301</c:v>
                </c:pt>
                <c:pt idx="25">
                  <c:v>24.823666247605502</c:v>
                </c:pt>
                <c:pt idx="26">
                  <c:v>17.412639672520001</c:v>
                </c:pt>
                <c:pt idx="27">
                  <c:v>23.146807990044</c:v>
                </c:pt>
                <c:pt idx="28">
                  <c:v>21.294524058674099</c:v>
                </c:pt>
                <c:pt idx="29">
                  <c:v>19.337058124015599</c:v>
                </c:pt>
                <c:pt idx="30">
                  <c:v>18.569898805894699</c:v>
                </c:pt>
                <c:pt idx="31">
                  <c:v>18.748533380682399</c:v>
                </c:pt>
                <c:pt idx="32">
                  <c:v>18.678286103529501</c:v>
                </c:pt>
                <c:pt idx="33">
                  <c:v>17.315479287785301</c:v>
                </c:pt>
                <c:pt idx="34">
                  <c:v>17.532015931439101</c:v>
                </c:pt>
                <c:pt idx="35">
                  <c:v>20.0943725325582</c:v>
                </c:pt>
                <c:pt idx="36">
                  <c:v>18.157186713910601</c:v>
                </c:pt>
                <c:pt idx="37">
                  <c:v>35.051538022430002</c:v>
                </c:pt>
                <c:pt idx="38">
                  <c:v>20.839949304079202</c:v>
                </c:pt>
                <c:pt idx="39">
                  <c:v>22.271814548073301</c:v>
                </c:pt>
                <c:pt idx="40">
                  <c:v>23.622148073456199</c:v>
                </c:pt>
                <c:pt idx="41">
                  <c:v>16.7263759762739</c:v>
                </c:pt>
                <c:pt idx="42">
                  <c:v>18.075694650066101</c:v>
                </c:pt>
                <c:pt idx="43">
                  <c:v>19.273481887247598</c:v>
                </c:pt>
                <c:pt idx="44">
                  <c:v>20.397902258471898</c:v>
                </c:pt>
                <c:pt idx="45">
                  <c:v>22.084241747295401</c:v>
                </c:pt>
                <c:pt idx="46">
                  <c:v>23.427478861774802</c:v>
                </c:pt>
                <c:pt idx="47">
                  <c:v>22.581919535734102</c:v>
                </c:pt>
                <c:pt idx="48">
                  <c:v>21.6844915708649</c:v>
                </c:pt>
                <c:pt idx="49">
                  <c:v>21.036831303880501</c:v>
                </c:pt>
                <c:pt idx="50">
                  <c:v>18.160137164206699</c:v>
                </c:pt>
                <c:pt idx="51">
                  <c:v>20.2999347066926</c:v>
                </c:pt>
                <c:pt idx="52">
                  <c:v>16.532381613238002</c:v>
                </c:pt>
                <c:pt idx="53">
                  <c:v>21.594847919037601</c:v>
                </c:pt>
                <c:pt idx="54">
                  <c:v>19.380667193647199</c:v>
                </c:pt>
                <c:pt idx="55">
                  <c:v>20.391807047519698</c:v>
                </c:pt>
                <c:pt idx="56">
                  <c:v>18.212270658243501</c:v>
                </c:pt>
                <c:pt idx="57">
                  <c:v>18.243897395025201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5AA-4F1C-B127-6206B61015AF}"/>
            </c:ext>
          </c:extLst>
        </c:ser>
        <c:ser>
          <c:idx val="4"/>
          <c:order val="4"/>
          <c:tx>
            <c:strRef>
              <c:f>Sheet2!$F$1:$F$2</c:f>
              <c:strCache>
                <c:ptCount val="1"/>
                <c:pt idx="0">
                  <c:v>LKAND98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Sheet2!$F$3:$F$64</c:f>
              <c:numCache>
                <c:formatCode>General</c:formatCode>
                <c:ptCount val="58"/>
                <c:pt idx="0">
                  <c:v>15.8167164035304</c:v>
                </c:pt>
                <c:pt idx="1">
                  <c:v>19.372260051046698</c:v>
                </c:pt>
                <c:pt idx="2">
                  <c:v>18.802314758591798</c:v>
                </c:pt>
                <c:pt idx="3">
                  <c:v>19.986537219815698</c:v>
                </c:pt>
                <c:pt idx="4">
                  <c:v>16.893051138073499</c:v>
                </c:pt>
                <c:pt idx="5">
                  <c:v>17.665037908646202</c:v>
                </c:pt>
                <c:pt idx="6">
                  <c:v>14.1640544866036</c:v>
                </c:pt>
                <c:pt idx="7">
                  <c:v>18.168793514156199</c:v>
                </c:pt>
                <c:pt idx="8">
                  <c:v>19.336947888710601</c:v>
                </c:pt>
                <c:pt idx="9">
                  <c:v>17.645745941078602</c:v>
                </c:pt>
                <c:pt idx="10">
                  <c:v>18.542995903079301</c:v>
                </c:pt>
                <c:pt idx="11">
                  <c:v>16.6695227509415</c:v>
                </c:pt>
                <c:pt idx="12">
                  <c:v>17.040159730060001</c:v>
                </c:pt>
                <c:pt idx="13">
                  <c:v>18.2404761272639</c:v>
                </c:pt>
                <c:pt idx="14">
                  <c:v>16.614906758439201</c:v>
                </c:pt>
                <c:pt idx="15">
                  <c:v>17.7325055127612</c:v>
                </c:pt>
                <c:pt idx="16">
                  <c:v>17.6122341607377</c:v>
                </c:pt>
                <c:pt idx="17">
                  <c:v>16.558369108580301</c:v>
                </c:pt>
                <c:pt idx="18">
                  <c:v>14.443982394960999</c:v>
                </c:pt>
                <c:pt idx="19">
                  <c:v>15.065157693190899</c:v>
                </c:pt>
                <c:pt idx="20">
                  <c:v>15.6038436100932</c:v>
                </c:pt>
                <c:pt idx="21">
                  <c:v>17.589106418662599</c:v>
                </c:pt>
                <c:pt idx="22">
                  <c:v>17.910155177264901</c:v>
                </c:pt>
                <c:pt idx="23">
                  <c:v>16.540050702703201</c:v>
                </c:pt>
                <c:pt idx="24">
                  <c:v>18.251771345030001</c:v>
                </c:pt>
                <c:pt idx="25">
                  <c:v>16.929923251636801</c:v>
                </c:pt>
                <c:pt idx="26">
                  <c:v>18.710632945272799</c:v>
                </c:pt>
                <c:pt idx="27">
                  <c:v>19.099689510669101</c:v>
                </c:pt>
                <c:pt idx="28">
                  <c:v>17.896620322329401</c:v>
                </c:pt>
                <c:pt idx="29">
                  <c:v>16.834288533421201</c:v>
                </c:pt>
                <c:pt idx="30">
                  <c:v>16.4865650256537</c:v>
                </c:pt>
                <c:pt idx="31">
                  <c:v>16.741932925385498</c:v>
                </c:pt>
                <c:pt idx="32">
                  <c:v>15.1010561290965</c:v>
                </c:pt>
                <c:pt idx="33">
                  <c:v>15.714009865826</c:v>
                </c:pt>
                <c:pt idx="34">
                  <c:v>17.360200985399199</c:v>
                </c:pt>
                <c:pt idx="35">
                  <c:v>15.1385480971618</c:v>
                </c:pt>
                <c:pt idx="36">
                  <c:v>15.759401066279001</c:v>
                </c:pt>
                <c:pt idx="37">
                  <c:v>16.803258219742101</c:v>
                </c:pt>
                <c:pt idx="38">
                  <c:v>16.440591872887801</c:v>
                </c:pt>
                <c:pt idx="39">
                  <c:v>19.703945083289</c:v>
                </c:pt>
                <c:pt idx="40">
                  <c:v>19.0255090973079</c:v>
                </c:pt>
                <c:pt idx="41">
                  <c:v>19.145938355183802</c:v>
                </c:pt>
                <c:pt idx="42">
                  <c:v>17.0013179796793</c:v>
                </c:pt>
                <c:pt idx="43">
                  <c:v>18.031788060772001</c:v>
                </c:pt>
                <c:pt idx="44">
                  <c:v>19.114349443693399</c:v>
                </c:pt>
                <c:pt idx="45">
                  <c:v>17.113010267226301</c:v>
                </c:pt>
                <c:pt idx="46">
                  <c:v>17.6992383868091</c:v>
                </c:pt>
                <c:pt idx="47">
                  <c:v>17.803421008399699</c:v>
                </c:pt>
                <c:pt idx="48">
                  <c:v>18.5249690015367</c:v>
                </c:pt>
                <c:pt idx="49">
                  <c:v>17.672259935744499</c:v>
                </c:pt>
                <c:pt idx="50">
                  <c:v>16.772350785279801</c:v>
                </c:pt>
                <c:pt idx="51">
                  <c:v>22.8821351028013</c:v>
                </c:pt>
                <c:pt idx="52">
                  <c:v>19.937610907225501</c:v>
                </c:pt>
                <c:pt idx="53">
                  <c:v>19.170752422955601</c:v>
                </c:pt>
                <c:pt idx="54">
                  <c:v>17.229420244322899</c:v>
                </c:pt>
                <c:pt idx="55">
                  <c:v>15.4801716992178</c:v>
                </c:pt>
                <c:pt idx="56">
                  <c:v>16.454464641404901</c:v>
                </c:pt>
                <c:pt idx="57">
                  <c:v>19.136533439975899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AA-4F1C-B127-6206B61015AF}"/>
            </c:ext>
          </c:extLst>
        </c:ser>
        <c:ser>
          <c:idx val="5"/>
          <c:order val="5"/>
          <c:tx>
            <c:strRef>
              <c:f>Sheet2!$G$1:$G$2</c:f>
              <c:strCache>
                <c:ptCount val="1"/>
                <c:pt idx="0">
                  <c:v>LKAND99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Sheet2!$G$3:$G$64</c:f>
              <c:numCache>
                <c:formatCode>General</c:formatCode>
                <c:ptCount val="58"/>
                <c:pt idx="0">
                  <c:v>25.360676384013502</c:v>
                </c:pt>
                <c:pt idx="1">
                  <c:v>21.831879706127602</c:v>
                </c:pt>
                <c:pt idx="2">
                  <c:v>19.448709632917701</c:v>
                </c:pt>
                <c:pt idx="3">
                  <c:v>19.1086072109353</c:v>
                </c:pt>
                <c:pt idx="4">
                  <c:v>19.198743904361901</c:v>
                </c:pt>
                <c:pt idx="5">
                  <c:v>23.118912969372801</c:v>
                </c:pt>
                <c:pt idx="6">
                  <c:v>20.929704899240001</c:v>
                </c:pt>
                <c:pt idx="7">
                  <c:v>19.030400368143098</c:v>
                </c:pt>
                <c:pt idx="8">
                  <c:v>22.089890607094699</c:v>
                </c:pt>
                <c:pt idx="9">
                  <c:v>21.5386365732986</c:v>
                </c:pt>
                <c:pt idx="10">
                  <c:v>18.500011302875102</c:v>
                </c:pt>
                <c:pt idx="11">
                  <c:v>18.379620437956198</c:v>
                </c:pt>
                <c:pt idx="12">
                  <c:v>20.424836638373801</c:v>
                </c:pt>
                <c:pt idx="13">
                  <c:v>21.814373288959398</c:v>
                </c:pt>
                <c:pt idx="14">
                  <c:v>21.526102593171998</c:v>
                </c:pt>
                <c:pt idx="15">
                  <c:v>19.021517989832699</c:v>
                </c:pt>
                <c:pt idx="16">
                  <c:v>20.361869014424201</c:v>
                </c:pt>
                <c:pt idx="17">
                  <c:v>22.8962556165094</c:v>
                </c:pt>
                <c:pt idx="18">
                  <c:v>22.4369173331837</c:v>
                </c:pt>
                <c:pt idx="19">
                  <c:v>23.329847347295502</c:v>
                </c:pt>
                <c:pt idx="20">
                  <c:v>23.0161652947661</c:v>
                </c:pt>
                <c:pt idx="21">
                  <c:v>24.2530757698886</c:v>
                </c:pt>
                <c:pt idx="22">
                  <c:v>25.748893169694401</c:v>
                </c:pt>
                <c:pt idx="23">
                  <c:v>26.400942274617499</c:v>
                </c:pt>
                <c:pt idx="24">
                  <c:v>25.0356418378496</c:v>
                </c:pt>
                <c:pt idx="25">
                  <c:v>17.287405365442599</c:v>
                </c:pt>
                <c:pt idx="26">
                  <c:v>25.544075483587498</c:v>
                </c:pt>
                <c:pt idx="27">
                  <c:v>21.433610563882901</c:v>
                </c:pt>
                <c:pt idx="28">
                  <c:v>22.072279892871101</c:v>
                </c:pt>
                <c:pt idx="29">
                  <c:v>20.746549212574202</c:v>
                </c:pt>
                <c:pt idx="30">
                  <c:v>17.172084054249002</c:v>
                </c:pt>
                <c:pt idx="31">
                  <c:v>17.885315883719301</c:v>
                </c:pt>
                <c:pt idx="32">
                  <c:v>23.794821889356299</c:v>
                </c:pt>
                <c:pt idx="33">
                  <c:v>24.530307267071102</c:v>
                </c:pt>
                <c:pt idx="34">
                  <c:v>24.360543018791098</c:v>
                </c:pt>
                <c:pt idx="35">
                  <c:v>24.629195247063699</c:v>
                </c:pt>
                <c:pt idx="36">
                  <c:v>22.256419807212701</c:v>
                </c:pt>
                <c:pt idx="37">
                  <c:v>23.183114625108601</c:v>
                </c:pt>
                <c:pt idx="38">
                  <c:v>23.120715689511499</c:v>
                </c:pt>
                <c:pt idx="39">
                  <c:v>22.0904707480775</c:v>
                </c:pt>
                <c:pt idx="40">
                  <c:v>19.790927895247201</c:v>
                </c:pt>
                <c:pt idx="41">
                  <c:v>19.7586570123614</c:v>
                </c:pt>
                <c:pt idx="42">
                  <c:v>22.184587718047599</c:v>
                </c:pt>
                <c:pt idx="43">
                  <c:v>23.054135807955198</c:v>
                </c:pt>
                <c:pt idx="44">
                  <c:v>23.5061324427597</c:v>
                </c:pt>
                <c:pt idx="45">
                  <c:v>26.0452707382982</c:v>
                </c:pt>
                <c:pt idx="46">
                  <c:v>28.645636919875798</c:v>
                </c:pt>
                <c:pt idx="47">
                  <c:v>25.941555780457598</c:v>
                </c:pt>
                <c:pt idx="48">
                  <c:v>20.768482055548699</c:v>
                </c:pt>
                <c:pt idx="49">
                  <c:v>23.5834854640636</c:v>
                </c:pt>
                <c:pt idx="50">
                  <c:v>18.5795765567348</c:v>
                </c:pt>
                <c:pt idx="51">
                  <c:v>20.119914657775301</c:v>
                </c:pt>
                <c:pt idx="52">
                  <c:v>20.443514684231499</c:v>
                </c:pt>
                <c:pt idx="53">
                  <c:v>22.615920733670201</c:v>
                </c:pt>
                <c:pt idx="54">
                  <c:v>20.1385353455752</c:v>
                </c:pt>
                <c:pt idx="55">
                  <c:v>18.832956218335301</c:v>
                </c:pt>
                <c:pt idx="56">
                  <c:v>21.335663904967301</c:v>
                </c:pt>
                <c:pt idx="57">
                  <c:v>18.506035326229199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5AA-4F1C-B127-6206B61015AF}"/>
            </c:ext>
          </c:extLst>
        </c:ser>
        <c:ser>
          <c:idx val="6"/>
          <c:order val="6"/>
          <c:tx>
            <c:strRef>
              <c:f>Sheet2!$H$1:$H$2</c:f>
              <c:strCache>
                <c:ptCount val="1"/>
                <c:pt idx="0">
                  <c:v>LKAND9A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Sheet2!$H$3:$H$64</c:f>
              <c:numCache>
                <c:formatCode>General</c:formatCode>
                <c:ptCount val="58"/>
                <c:pt idx="0">
                  <c:v>9.9196560295599596</c:v>
                </c:pt>
                <c:pt idx="1">
                  <c:v>1.7539379879544901</c:v>
                </c:pt>
                <c:pt idx="2">
                  <c:v>2.97784615384615</c:v>
                </c:pt>
                <c:pt idx="3">
                  <c:v>15.7496786961583</c:v>
                </c:pt>
                <c:pt idx="4">
                  <c:v>18.9559467570183</c:v>
                </c:pt>
                <c:pt idx="5">
                  <c:v>29.125727661453801</c:v>
                </c:pt>
                <c:pt idx="6">
                  <c:v>4.1536400197791297</c:v>
                </c:pt>
                <c:pt idx="7">
                  <c:v>9.5824965355505807</c:v>
                </c:pt>
                <c:pt idx="8">
                  <c:v>9.3174717129797795</c:v>
                </c:pt>
                <c:pt idx="9">
                  <c:v>3.3744680363914501</c:v>
                </c:pt>
                <c:pt idx="10">
                  <c:v>15.3850930013796</c:v>
                </c:pt>
                <c:pt idx="11">
                  <c:v>18.281833715239401</c:v>
                </c:pt>
                <c:pt idx="12">
                  <c:v>11.7213668420756</c:v>
                </c:pt>
                <c:pt idx="13">
                  <c:v>13.177814170311899</c:v>
                </c:pt>
                <c:pt idx="14">
                  <c:v>24.8190905176325</c:v>
                </c:pt>
                <c:pt idx="15">
                  <c:v>17.5094268170783</c:v>
                </c:pt>
                <c:pt idx="16">
                  <c:v>5.2664398240703703</c:v>
                </c:pt>
                <c:pt idx="17">
                  <c:v>13.793106223678</c:v>
                </c:pt>
                <c:pt idx="18">
                  <c:v>11.1726251885824</c:v>
                </c:pt>
                <c:pt idx="19">
                  <c:v>12.7577337155163</c:v>
                </c:pt>
                <c:pt idx="20">
                  <c:v>14.6717092315643</c:v>
                </c:pt>
                <c:pt idx="21">
                  <c:v>25.251056845972698</c:v>
                </c:pt>
                <c:pt idx="22">
                  <c:v>14.712885839918201</c:v>
                </c:pt>
                <c:pt idx="23">
                  <c:v>13.6255796782097</c:v>
                </c:pt>
                <c:pt idx="24">
                  <c:v>26.326526458004899</c:v>
                </c:pt>
                <c:pt idx="25">
                  <c:v>#N/A</c:v>
                </c:pt>
                <c:pt idx="26">
                  <c:v>#N/A</c:v>
                </c:pt>
                <c:pt idx="28">
                  <c:v>8.0982639455782301</c:v>
                </c:pt>
                <c:pt idx="29">
                  <c:v>21.339297549740898</c:v>
                </c:pt>
                <c:pt idx="30">
                  <c:v>12.196534356815601</c:v>
                </c:pt>
                <c:pt idx="31">
                  <c:v>42.687517812836397</c:v>
                </c:pt>
                <c:pt idx="32">
                  <c:v>21.577102376273</c:v>
                </c:pt>
                <c:pt idx="33">
                  <c:v>13.3995343528874</c:v>
                </c:pt>
                <c:pt idx="34">
                  <c:v>31.2711581408503</c:v>
                </c:pt>
                <c:pt idx="35">
                  <c:v>12.017491825351</c:v>
                </c:pt>
                <c:pt idx="36">
                  <c:v>17.695015053805701</c:v>
                </c:pt>
                <c:pt idx="37">
                  <c:v>20.555608671533399</c:v>
                </c:pt>
                <c:pt idx="38">
                  <c:v>25.587794337440702</c:v>
                </c:pt>
                <c:pt idx="39">
                  <c:v>4.1553254795054002</c:v>
                </c:pt>
                <c:pt idx="40">
                  <c:v>17.7254819036974</c:v>
                </c:pt>
                <c:pt idx="41">
                  <c:v>23.696221516590398</c:v>
                </c:pt>
                <c:pt idx="42">
                  <c:v>20.9940978159288</c:v>
                </c:pt>
                <c:pt idx="43">
                  <c:v>31.4712653842431</c:v>
                </c:pt>
                <c:pt idx="44">
                  <c:v>22.228899065307601</c:v>
                </c:pt>
                <c:pt idx="45">
                  <c:v>26.052847782130598</c:v>
                </c:pt>
                <c:pt idx="46">
                  <c:v>42.556107778266004</c:v>
                </c:pt>
                <c:pt idx="47">
                  <c:v>20.7150601022675</c:v>
                </c:pt>
                <c:pt idx="48">
                  <c:v>13.5397012363055</c:v>
                </c:pt>
                <c:pt idx="49">
                  <c:v>11.684473741505199</c:v>
                </c:pt>
                <c:pt idx="50">
                  <c:v>20.319503512585399</c:v>
                </c:pt>
                <c:pt idx="51">
                  <c:v>36.4246349804232</c:v>
                </c:pt>
                <c:pt idx="52">
                  <c:v>23.9331431091864</c:v>
                </c:pt>
                <c:pt idx="53">
                  <c:v>29.5014352696146</c:v>
                </c:pt>
                <c:pt idx="54">
                  <c:v>21.050032933522999</c:v>
                </c:pt>
                <c:pt idx="55">
                  <c:v>9.0702982705322004</c:v>
                </c:pt>
                <c:pt idx="56">
                  <c:v>13.2595830469644</c:v>
                </c:pt>
                <c:pt idx="57">
                  <c:v>10.0091470516271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5AA-4F1C-B127-6206B61015AF}"/>
            </c:ext>
          </c:extLst>
        </c:ser>
        <c:ser>
          <c:idx val="7"/>
          <c:order val="7"/>
          <c:tx>
            <c:strRef>
              <c:f>Sheet2!$I$1:$I$2</c:f>
              <c:strCache>
                <c:ptCount val="1"/>
                <c:pt idx="0">
                  <c:v>LKAND9B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Sheet2!$I$3:$I$64</c:f>
              <c:numCache>
                <c:formatCode>General</c:formatCode>
                <c:ptCount val="58"/>
                <c:pt idx="0">
                  <c:v>6.9858970297029703</c:v>
                </c:pt>
                <c:pt idx="1">
                  <c:v>2.1640000000000001</c:v>
                </c:pt>
                <c:pt idx="2">
                  <c:v>2.7829435569754999</c:v>
                </c:pt>
                <c:pt idx="3">
                  <c:v>36.617305203405799</c:v>
                </c:pt>
                <c:pt idx="4">
                  <c:v>3.1227067067066998</c:v>
                </c:pt>
                <c:pt idx="5">
                  <c:v>42.501057036787003</c:v>
                </c:pt>
                <c:pt idx="6">
                  <c:v>11.001033242612699</c:v>
                </c:pt>
                <c:pt idx="7">
                  <c:v>11.754212214429201</c:v>
                </c:pt>
                <c:pt idx="8">
                  <c:v>20.261489269302601</c:v>
                </c:pt>
                <c:pt idx="9">
                  <c:v>2.2087953352769598</c:v>
                </c:pt>
                <c:pt idx="10">
                  <c:v>14.198037882337101</c:v>
                </c:pt>
                <c:pt idx="11">
                  <c:v>15.533632813067101</c:v>
                </c:pt>
                <c:pt idx="12">
                  <c:v>23.802558669416101</c:v>
                </c:pt>
                <c:pt idx="13">
                  <c:v>13.052702910752901</c:v>
                </c:pt>
                <c:pt idx="14">
                  <c:v>4.4068686941611697</c:v>
                </c:pt>
                <c:pt idx="15">
                  <c:v>3.42682120572788</c:v>
                </c:pt>
                <c:pt idx="16">
                  <c:v>15.661460614828201</c:v>
                </c:pt>
                <c:pt idx="17">
                  <c:v>17.632796316519499</c:v>
                </c:pt>
                <c:pt idx="18">
                  <c:v>6.3116058918509204</c:v>
                </c:pt>
                <c:pt idx="19">
                  <c:v>19.7292263084958</c:v>
                </c:pt>
                <c:pt idx="20">
                  <c:v>15.4969204605845</c:v>
                </c:pt>
                <c:pt idx="21">
                  <c:v>11.7517748030291</c:v>
                </c:pt>
                <c:pt idx="22">
                  <c:v>18.544369526375899</c:v>
                </c:pt>
                <c:pt idx="23">
                  <c:v>14.4328836264204</c:v>
                </c:pt>
                <c:pt idx="24">
                  <c:v>2.5636671966083702</c:v>
                </c:pt>
                <c:pt idx="25">
                  <c:v>#N/A</c:v>
                </c:pt>
                <c:pt idx="26">
                  <c:v>#N/A</c:v>
                </c:pt>
                <c:pt idx="28">
                  <c:v>4.80037635705669</c:v>
                </c:pt>
                <c:pt idx="29">
                  <c:v>12.8841580327276</c:v>
                </c:pt>
                <c:pt idx="30">
                  <c:v>18.452000993788801</c:v>
                </c:pt>
                <c:pt idx="31">
                  <c:v>16.266828226319099</c:v>
                </c:pt>
                <c:pt idx="32">
                  <c:v>19.385322171179801</c:v>
                </c:pt>
                <c:pt idx="33">
                  <c:v>15.287149440082301</c:v>
                </c:pt>
                <c:pt idx="34">
                  <c:v>33.016003270645903</c:v>
                </c:pt>
                <c:pt idx="35">
                  <c:v>7.4806642514900004</c:v>
                </c:pt>
                <c:pt idx="36">
                  <c:v>19.9804488825487</c:v>
                </c:pt>
                <c:pt idx="37">
                  <c:v>10.245905555872699</c:v>
                </c:pt>
                <c:pt idx="38">
                  <c:v>3.5083194831889499</c:v>
                </c:pt>
                <c:pt idx="39">
                  <c:v>17.540507327664098</c:v>
                </c:pt>
                <c:pt idx="40">
                  <c:v>20.072889090909001</c:v>
                </c:pt>
                <c:pt idx="41">
                  <c:v>17.0560248261102</c:v>
                </c:pt>
                <c:pt idx="42">
                  <c:v>11.874030317237001</c:v>
                </c:pt>
                <c:pt idx="43">
                  <c:v>7.6210454960239797</c:v>
                </c:pt>
                <c:pt idx="44">
                  <c:v>15.1103955134858</c:v>
                </c:pt>
                <c:pt idx="45">
                  <c:v>15.6184298322814</c:v>
                </c:pt>
                <c:pt idx="46">
                  <c:v>13.4628937791231</c:v>
                </c:pt>
                <c:pt idx="47">
                  <c:v>10.6622887895095</c:v>
                </c:pt>
                <c:pt idx="48">
                  <c:v>2.4461291196388202</c:v>
                </c:pt>
                <c:pt idx="49">
                  <c:v>0.80909657320872197</c:v>
                </c:pt>
                <c:pt idx="50">
                  <c:v>3.30565271593944</c:v>
                </c:pt>
                <c:pt idx="51">
                  <c:v>26.392226781595198</c:v>
                </c:pt>
                <c:pt idx="52">
                  <c:v>11.9759345156889</c:v>
                </c:pt>
                <c:pt idx="53">
                  <c:v>1.89638791610544</c:v>
                </c:pt>
                <c:pt idx="54">
                  <c:v>2.8935146108889498</c:v>
                </c:pt>
                <c:pt idx="55">
                  <c:v>6.3409632560768703</c:v>
                </c:pt>
                <c:pt idx="56">
                  <c:v>10.985114512181701</c:v>
                </c:pt>
                <c:pt idx="57">
                  <c:v>13.607733580620399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5AA-4F1C-B127-6206B61015AF}"/>
            </c:ext>
          </c:extLst>
        </c:ser>
        <c:ser>
          <c:idx val="8"/>
          <c:order val="8"/>
          <c:tx>
            <c:strRef>
              <c:f>Sheet2!$J$1:$J$2</c:f>
              <c:strCache>
                <c:ptCount val="1"/>
                <c:pt idx="0">
                  <c:v>LKAND9C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Sheet2!$J$3:$J$64</c:f>
              <c:numCache>
                <c:formatCode>General</c:formatCode>
                <c:ptCount val="58"/>
                <c:pt idx="0">
                  <c:v>11.199107467474599</c:v>
                </c:pt>
                <c:pt idx="1">
                  <c:v>0.69729971988795503</c:v>
                </c:pt>
                <c:pt idx="2">
                  <c:v>6.8156709585121602</c:v>
                </c:pt>
                <c:pt idx="3">
                  <c:v>0.97467972871137898</c:v>
                </c:pt>
                <c:pt idx="4">
                  <c:v>7.3486053935057702</c:v>
                </c:pt>
                <c:pt idx="5">
                  <c:v>33.866161287138397</c:v>
                </c:pt>
                <c:pt idx="6">
                  <c:v>7.4576338409475396</c:v>
                </c:pt>
                <c:pt idx="7">
                  <c:v>24.030484473856401</c:v>
                </c:pt>
                <c:pt idx="8">
                  <c:v>10.7699723972397</c:v>
                </c:pt>
                <c:pt idx="9">
                  <c:v>14.0496774729842</c:v>
                </c:pt>
                <c:pt idx="10">
                  <c:v>8.9318241758241701</c:v>
                </c:pt>
                <c:pt idx="11">
                  <c:v>32.155946737683003</c:v>
                </c:pt>
                <c:pt idx="12">
                  <c:v>#N/A</c:v>
                </c:pt>
                <c:pt idx="13">
                  <c:v>17.6814763948497</c:v>
                </c:pt>
                <c:pt idx="14">
                  <c:v>1.24</c:v>
                </c:pt>
                <c:pt idx="15">
                  <c:v>3.8574723926380301</c:v>
                </c:pt>
                <c:pt idx="16">
                  <c:v>17.927500051477399</c:v>
                </c:pt>
                <c:pt idx="17">
                  <c:v>2.4259538644470799</c:v>
                </c:pt>
                <c:pt idx="18">
                  <c:v>1.7577580766341001</c:v>
                </c:pt>
                <c:pt idx="19">
                  <c:v>11.1902372486155</c:v>
                </c:pt>
                <c:pt idx="20">
                  <c:v>1.1979449541284399</c:v>
                </c:pt>
                <c:pt idx="21">
                  <c:v>21.280255602396199</c:v>
                </c:pt>
                <c:pt idx="22">
                  <c:v>9.9752839259997703</c:v>
                </c:pt>
                <c:pt idx="23">
                  <c:v>5.57807146171693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8">
                  <c:v>#N/A</c:v>
                </c:pt>
                <c:pt idx="29">
                  <c:v>4.1916992187500002</c:v>
                </c:pt>
                <c:pt idx="30">
                  <c:v>11.1376959628656</c:v>
                </c:pt>
                <c:pt idx="31">
                  <c:v>4.6009382716049299</c:v>
                </c:pt>
                <c:pt idx="32">
                  <c:v>27.018059460705199</c:v>
                </c:pt>
                <c:pt idx="33">
                  <c:v>0.72604347826086901</c:v>
                </c:pt>
                <c:pt idx="34">
                  <c:v>23.419715185129601</c:v>
                </c:pt>
                <c:pt idx="35">
                  <c:v>7.8280898876404503</c:v>
                </c:pt>
                <c:pt idx="36">
                  <c:v>6.72044302239724</c:v>
                </c:pt>
                <c:pt idx="37">
                  <c:v>9.9075534213685401</c:v>
                </c:pt>
                <c:pt idx="38">
                  <c:v>4.9434430086262697</c:v>
                </c:pt>
                <c:pt idx="39">
                  <c:v>13.2396694214876</c:v>
                </c:pt>
                <c:pt idx="40">
                  <c:v>0.80100000000000005</c:v>
                </c:pt>
                <c:pt idx="41">
                  <c:v>0.51600000000000001</c:v>
                </c:pt>
                <c:pt idx="42">
                  <c:v>15.5053286794648</c:v>
                </c:pt>
                <c:pt idx="43">
                  <c:v>#N/A</c:v>
                </c:pt>
                <c:pt idx="44">
                  <c:v>23.908580790497599</c:v>
                </c:pt>
                <c:pt idx="45">
                  <c:v>19.138048028413401</c:v>
                </c:pt>
                <c:pt idx="46">
                  <c:v>28.7505591978403</c:v>
                </c:pt>
                <c:pt idx="47">
                  <c:v>14.2279895440023</c:v>
                </c:pt>
                <c:pt idx="48">
                  <c:v>18.391641824352501</c:v>
                </c:pt>
                <c:pt idx="49">
                  <c:v>2.1607336523125902</c:v>
                </c:pt>
                <c:pt idx="50">
                  <c:v>0.95912328767123201</c:v>
                </c:pt>
                <c:pt idx="51">
                  <c:v>30.281292744335001</c:v>
                </c:pt>
                <c:pt idx="52">
                  <c:v>7.1883652300949601</c:v>
                </c:pt>
                <c:pt idx="53">
                  <c:v>2.3251578947368401</c:v>
                </c:pt>
                <c:pt idx="54">
                  <c:v>10.2136216216216</c:v>
                </c:pt>
                <c:pt idx="55">
                  <c:v>6.2145218914185598</c:v>
                </c:pt>
                <c:pt idx="56">
                  <c:v>3.8143788778877799</c:v>
                </c:pt>
                <c:pt idx="57">
                  <c:v>10.1000101870554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5AA-4F1C-B127-6206B61015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067648"/>
        <c:axId val="120063808"/>
      </c:lineChart>
      <c:catAx>
        <c:axId val="12006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3808"/>
        <c:crosses val="autoZero"/>
        <c:auto val="1"/>
        <c:lblAlgn val="ctr"/>
        <c:lblOffset val="100"/>
        <c:noMultiLvlLbl val="0"/>
      </c:catAx>
      <c:valAx>
        <c:axId val="12006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="1">
          <a:solidFill>
            <a:schemeClr val="bg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[Book6]Sheet2!PivotTable14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ERAB DROP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Sheet2!$B$1:$B$2</c:f>
              <c:strCache>
                <c:ptCount val="1"/>
                <c:pt idx="0">
                  <c:v>LKAND94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Sheet2!$B$3:$B$64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1.38888888888888</c:v>
                </c:pt>
                <c:pt idx="8">
                  <c:v>0.88888888888888795</c:v>
                </c:pt>
                <c:pt idx="9">
                  <c:v>1.92307692307692</c:v>
                </c:pt>
                <c:pt idx="10">
                  <c:v>0</c:v>
                </c:pt>
                <c:pt idx="11">
                  <c:v>2.6881720430107499</c:v>
                </c:pt>
                <c:pt idx="12">
                  <c:v>0</c:v>
                </c:pt>
                <c:pt idx="13">
                  <c:v>0.49261083743842299</c:v>
                </c:pt>
                <c:pt idx="14">
                  <c:v>0</c:v>
                </c:pt>
                <c:pt idx="15">
                  <c:v>2.23463687150837</c:v>
                </c:pt>
                <c:pt idx="16">
                  <c:v>0.54945054945054905</c:v>
                </c:pt>
                <c:pt idx="17">
                  <c:v>0</c:v>
                </c:pt>
                <c:pt idx="18">
                  <c:v>0</c:v>
                </c:pt>
                <c:pt idx="19">
                  <c:v>0.668896321070234</c:v>
                </c:pt>
                <c:pt idx="20">
                  <c:v>0.69767441860465096</c:v>
                </c:pt>
                <c:pt idx="21">
                  <c:v>1.26582278481012</c:v>
                </c:pt>
                <c:pt idx="22">
                  <c:v>1.41643059490085</c:v>
                </c:pt>
                <c:pt idx="23">
                  <c:v>0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0</c:v>
                </c:pt>
                <c:pt idx="29">
                  <c:v>0.68493150684931503</c:v>
                </c:pt>
                <c:pt idx="30">
                  <c:v>0</c:v>
                </c:pt>
                <c:pt idx="31">
                  <c:v>0</c:v>
                </c:pt>
                <c:pt idx="32">
                  <c:v>1.44404332129963</c:v>
                </c:pt>
                <c:pt idx="33">
                  <c:v>0</c:v>
                </c:pt>
                <c:pt idx="34">
                  <c:v>1.4388489208633</c:v>
                </c:pt>
                <c:pt idx="35">
                  <c:v>0</c:v>
                </c:pt>
                <c:pt idx="36">
                  <c:v>2.6392961876832799</c:v>
                </c:pt>
                <c:pt idx="37">
                  <c:v>0.970873786407766</c:v>
                </c:pt>
                <c:pt idx="38">
                  <c:v>0</c:v>
                </c:pt>
                <c:pt idx="39">
                  <c:v>0.35460992907801397</c:v>
                </c:pt>
                <c:pt idx="40">
                  <c:v>0</c:v>
                </c:pt>
                <c:pt idx="41">
                  <c:v>0.69930069930069905</c:v>
                </c:pt>
                <c:pt idx="42">
                  <c:v>0</c:v>
                </c:pt>
                <c:pt idx="43">
                  <c:v>0.93676814988290402</c:v>
                </c:pt>
                <c:pt idx="44">
                  <c:v>1.08254397834912</c:v>
                </c:pt>
                <c:pt idx="45">
                  <c:v>0.241545893719806</c:v>
                </c:pt>
                <c:pt idx="46">
                  <c:v>0.92807424593967502</c:v>
                </c:pt>
                <c:pt idx="47">
                  <c:v>0.67567567567567499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1.16279069767441</c:v>
                </c:pt>
                <c:pt idx="56">
                  <c:v>2.2935779816513699</c:v>
                </c:pt>
                <c:pt idx="57">
                  <c:v>0.56179775280898803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6B-442A-9BF7-AD4851FDFD90}"/>
            </c:ext>
          </c:extLst>
        </c:ser>
        <c:ser>
          <c:idx val="1"/>
          <c:order val="1"/>
          <c:tx>
            <c:strRef>
              <c:f>Sheet2!$C$1:$C$2</c:f>
              <c:strCache>
                <c:ptCount val="1"/>
                <c:pt idx="0">
                  <c:v>LKAND95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Sheet2!$C$3:$C$64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0.71428571428571397</c:v>
                </c:pt>
                <c:pt idx="9">
                  <c:v>1.19047619047619</c:v>
                </c:pt>
                <c:pt idx="10">
                  <c:v>0</c:v>
                </c:pt>
                <c:pt idx="11">
                  <c:v>0.73529411764705799</c:v>
                </c:pt>
                <c:pt idx="12">
                  <c:v>0.952380952380952</c:v>
                </c:pt>
                <c:pt idx="13">
                  <c:v>1.0638297872340401</c:v>
                </c:pt>
                <c:pt idx="14">
                  <c:v>0</c:v>
                </c:pt>
                <c:pt idx="15">
                  <c:v>5.8823529411764701</c:v>
                </c:pt>
                <c:pt idx="16">
                  <c:v>0</c:v>
                </c:pt>
                <c:pt idx="17">
                  <c:v>5.9523809523809499</c:v>
                </c:pt>
                <c:pt idx="18">
                  <c:v>0</c:v>
                </c:pt>
                <c:pt idx="19">
                  <c:v>0.854700854700854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1.2820512820512799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4.6511627906976702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1.4925373134328299</c:v>
                </c:pt>
                <c:pt idx="44">
                  <c:v>1.2195121951219501</c:v>
                </c:pt>
                <c:pt idx="45">
                  <c:v>0</c:v>
                </c:pt>
                <c:pt idx="46">
                  <c:v>0</c:v>
                </c:pt>
                <c:pt idx="47">
                  <c:v>1.72413793103448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1.1235955056179701</c:v>
                </c:pt>
                <c:pt idx="56">
                  <c:v>1.8518518518518501</c:v>
                </c:pt>
                <c:pt idx="57">
                  <c:v>1.0309278350515401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76B-442A-9BF7-AD4851FDFD90}"/>
            </c:ext>
          </c:extLst>
        </c:ser>
        <c:ser>
          <c:idx val="2"/>
          <c:order val="2"/>
          <c:tx>
            <c:strRef>
              <c:f>Sheet2!$D$1:$D$2</c:f>
              <c:strCache>
                <c:ptCount val="1"/>
                <c:pt idx="0">
                  <c:v>LKAND96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Sheet2!$D$3:$D$64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5.4545454545454497</c:v>
                </c:pt>
                <c:pt idx="11">
                  <c:v>2.5</c:v>
                </c:pt>
                <c:pt idx="12">
                  <c:v>1.92307692307692</c:v>
                </c:pt>
                <c:pt idx="13">
                  <c:v>0</c:v>
                </c:pt>
                <c:pt idx="14">
                  <c:v>0</c:v>
                </c:pt>
                <c:pt idx="15">
                  <c:v>2.9411764705882302</c:v>
                </c:pt>
                <c:pt idx="16">
                  <c:v>3.5087719298245599</c:v>
                </c:pt>
                <c:pt idx="17">
                  <c:v>0</c:v>
                </c:pt>
                <c:pt idx="18">
                  <c:v>1.40845070422535</c:v>
                </c:pt>
                <c:pt idx="19">
                  <c:v>0</c:v>
                </c:pt>
                <c:pt idx="20">
                  <c:v>0</c:v>
                </c:pt>
                <c:pt idx="21">
                  <c:v>6.6666666666666599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10.5263157894736</c:v>
                </c:pt>
                <c:pt idx="35">
                  <c:v>0</c:v>
                </c:pt>
                <c:pt idx="36">
                  <c:v>3.7735849056603699</c:v>
                </c:pt>
                <c:pt idx="37">
                  <c:v>0</c:v>
                </c:pt>
                <c:pt idx="38">
                  <c:v>0</c:v>
                </c:pt>
                <c:pt idx="39">
                  <c:v>1.78571428571428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1.6949152542372801</c:v>
                </c:pt>
                <c:pt idx="44">
                  <c:v>0</c:v>
                </c:pt>
                <c:pt idx="45">
                  <c:v>2.7027027027027</c:v>
                </c:pt>
                <c:pt idx="46">
                  <c:v>0</c:v>
                </c:pt>
                <c:pt idx="47">
                  <c:v>6.6666666666666599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2.38095238095238</c:v>
                </c:pt>
                <c:pt idx="54">
                  <c:v>0</c:v>
                </c:pt>
                <c:pt idx="55">
                  <c:v>1.9607843137254899</c:v>
                </c:pt>
                <c:pt idx="56">
                  <c:v>0.73529411764705799</c:v>
                </c:pt>
                <c:pt idx="5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76B-442A-9BF7-AD4851FDFD90}"/>
            </c:ext>
          </c:extLst>
        </c:ser>
        <c:ser>
          <c:idx val="3"/>
          <c:order val="3"/>
          <c:tx>
            <c:strRef>
              <c:f>Sheet2!$E$1:$E$2</c:f>
              <c:strCache>
                <c:ptCount val="1"/>
                <c:pt idx="0">
                  <c:v>LKAND97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Sheet2!$E$3:$E$64</c:f>
              <c:numCache>
                <c:formatCode>General</c:formatCode>
                <c:ptCount val="58"/>
                <c:pt idx="0">
                  <c:v>0.54029716343989098</c:v>
                </c:pt>
                <c:pt idx="1">
                  <c:v>0.29886431560071702</c:v>
                </c:pt>
                <c:pt idx="2">
                  <c:v>0.20547945205479401</c:v>
                </c:pt>
                <c:pt idx="3">
                  <c:v>0.16853932584269599</c:v>
                </c:pt>
                <c:pt idx="4">
                  <c:v>0.183823529411764</c:v>
                </c:pt>
                <c:pt idx="5">
                  <c:v>0.20020020020019999</c:v>
                </c:pt>
                <c:pt idx="6">
                  <c:v>5.2002080083203298E-2</c:v>
                </c:pt>
                <c:pt idx="7">
                  <c:v>0.241896468311562</c:v>
                </c:pt>
                <c:pt idx="8">
                  <c:v>0.16433853738701701</c:v>
                </c:pt>
                <c:pt idx="9">
                  <c:v>0.28338646829613801</c:v>
                </c:pt>
                <c:pt idx="10">
                  <c:v>0.47050307636626798</c:v>
                </c:pt>
                <c:pt idx="11">
                  <c:v>0.51689860834989998</c:v>
                </c:pt>
                <c:pt idx="12">
                  <c:v>0.52928722653493299</c:v>
                </c:pt>
                <c:pt idx="13">
                  <c:v>0.30821917808219101</c:v>
                </c:pt>
                <c:pt idx="14">
                  <c:v>0.51207022677395697</c:v>
                </c:pt>
                <c:pt idx="15">
                  <c:v>0.37037037037037002</c:v>
                </c:pt>
                <c:pt idx="16">
                  <c:v>0.29487652045705798</c:v>
                </c:pt>
                <c:pt idx="17">
                  <c:v>0.59325176121616596</c:v>
                </c:pt>
                <c:pt idx="18">
                  <c:v>0.629150646627053</c:v>
                </c:pt>
                <c:pt idx="19">
                  <c:v>0.55367579206397999</c:v>
                </c:pt>
                <c:pt idx="20">
                  <c:v>0.41778573560131299</c:v>
                </c:pt>
                <c:pt idx="21">
                  <c:v>0.49766718506998397</c:v>
                </c:pt>
                <c:pt idx="22">
                  <c:v>0.30759766225776602</c:v>
                </c:pt>
                <c:pt idx="23">
                  <c:v>0.248051027639971</c:v>
                </c:pt>
                <c:pt idx="24">
                  <c:v>0.131810193321616</c:v>
                </c:pt>
                <c:pt idx="25">
                  <c:v>0.30769230769230699</c:v>
                </c:pt>
                <c:pt idx="26">
                  <c:v>0</c:v>
                </c:pt>
                <c:pt idx="27">
                  <c:v>6.3131313131313094E-2</c:v>
                </c:pt>
                <c:pt idx="28">
                  <c:v>0</c:v>
                </c:pt>
                <c:pt idx="29">
                  <c:v>5.8309037900874598E-2</c:v>
                </c:pt>
                <c:pt idx="30">
                  <c:v>5.7603686635944701E-2</c:v>
                </c:pt>
                <c:pt idx="31">
                  <c:v>0.42575838211814698</c:v>
                </c:pt>
                <c:pt idx="32">
                  <c:v>0.560828300258843</c:v>
                </c:pt>
                <c:pt idx="33">
                  <c:v>0.40032025620496298</c:v>
                </c:pt>
                <c:pt idx="34">
                  <c:v>0.32620514679231599</c:v>
                </c:pt>
                <c:pt idx="35">
                  <c:v>0.53458068827263605</c:v>
                </c:pt>
                <c:pt idx="36">
                  <c:v>0.46216060080878102</c:v>
                </c:pt>
                <c:pt idx="37">
                  <c:v>0.28799999999999998</c:v>
                </c:pt>
                <c:pt idx="38">
                  <c:v>0.44142614601018598</c:v>
                </c:pt>
                <c:pt idx="39">
                  <c:v>0.15904572564612299</c:v>
                </c:pt>
                <c:pt idx="40">
                  <c:v>0.29596744358120602</c:v>
                </c:pt>
                <c:pt idx="41">
                  <c:v>0.37288135593220301</c:v>
                </c:pt>
                <c:pt idx="42">
                  <c:v>0.244157656086501</c:v>
                </c:pt>
                <c:pt idx="43">
                  <c:v>0.37605766217486603</c:v>
                </c:pt>
                <c:pt idx="44">
                  <c:v>0.29120559114735001</c:v>
                </c:pt>
                <c:pt idx="45">
                  <c:v>0.73335288941038401</c:v>
                </c:pt>
                <c:pt idx="46">
                  <c:v>0.63253012048192703</c:v>
                </c:pt>
                <c:pt idx="47">
                  <c:v>0.20901761719916301</c:v>
                </c:pt>
                <c:pt idx="48">
                  <c:v>0.15331544653123799</c:v>
                </c:pt>
                <c:pt idx="49">
                  <c:v>0.303951367781155</c:v>
                </c:pt>
                <c:pt idx="50">
                  <c:v>0.216450216450216</c:v>
                </c:pt>
                <c:pt idx="51">
                  <c:v>0.169587337478801</c:v>
                </c:pt>
                <c:pt idx="52">
                  <c:v>0.304321363359707</c:v>
                </c:pt>
                <c:pt idx="53">
                  <c:v>0.30349013657056101</c:v>
                </c:pt>
                <c:pt idx="54">
                  <c:v>0.24252223120452701</c:v>
                </c:pt>
                <c:pt idx="55">
                  <c:v>0.45351473922902402</c:v>
                </c:pt>
                <c:pt idx="56">
                  <c:v>0.41509433962264097</c:v>
                </c:pt>
                <c:pt idx="57">
                  <c:v>0.28318584070796399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76B-442A-9BF7-AD4851FDFD90}"/>
            </c:ext>
          </c:extLst>
        </c:ser>
        <c:ser>
          <c:idx val="4"/>
          <c:order val="4"/>
          <c:tx>
            <c:strRef>
              <c:f>Sheet2!$F$1:$F$2</c:f>
              <c:strCache>
                <c:ptCount val="1"/>
                <c:pt idx="0">
                  <c:v>LKAND98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Sheet2!$F$3:$F$64</c:f>
              <c:numCache>
                <c:formatCode>General</c:formatCode>
                <c:ptCount val="58"/>
                <c:pt idx="0">
                  <c:v>0.158378207158694</c:v>
                </c:pt>
                <c:pt idx="1">
                  <c:v>0</c:v>
                </c:pt>
                <c:pt idx="2">
                  <c:v>0.15296367112810699</c:v>
                </c:pt>
                <c:pt idx="3">
                  <c:v>0</c:v>
                </c:pt>
                <c:pt idx="4">
                  <c:v>3.7425149700598799E-2</c:v>
                </c:pt>
                <c:pt idx="5">
                  <c:v>0</c:v>
                </c:pt>
                <c:pt idx="6">
                  <c:v>6.72947510094212E-2</c:v>
                </c:pt>
                <c:pt idx="7">
                  <c:v>0.121432908318154</c:v>
                </c:pt>
                <c:pt idx="8">
                  <c:v>0.31258880363739699</c:v>
                </c:pt>
                <c:pt idx="9">
                  <c:v>0.215866162978953</c:v>
                </c:pt>
                <c:pt idx="10">
                  <c:v>0.40849673202614301</c:v>
                </c:pt>
                <c:pt idx="11">
                  <c:v>0.127877237851662</c:v>
                </c:pt>
                <c:pt idx="12">
                  <c:v>0.243770314192849</c:v>
                </c:pt>
                <c:pt idx="13">
                  <c:v>0.41961709939679998</c:v>
                </c:pt>
                <c:pt idx="14">
                  <c:v>0.118238250073898</c:v>
                </c:pt>
                <c:pt idx="15">
                  <c:v>0.13542795232936</c:v>
                </c:pt>
                <c:pt idx="16">
                  <c:v>0.24958402662229601</c:v>
                </c:pt>
                <c:pt idx="17">
                  <c:v>0.173711638679791</c:v>
                </c:pt>
                <c:pt idx="18">
                  <c:v>0.32258064516128998</c:v>
                </c:pt>
                <c:pt idx="19">
                  <c:v>0.26567481402762999</c:v>
                </c:pt>
                <c:pt idx="20">
                  <c:v>0.39594159861420403</c:v>
                </c:pt>
                <c:pt idx="21">
                  <c:v>0.37202380952380898</c:v>
                </c:pt>
                <c:pt idx="22">
                  <c:v>0.16524373450839899</c:v>
                </c:pt>
                <c:pt idx="23">
                  <c:v>0.343106674984404</c:v>
                </c:pt>
                <c:pt idx="24">
                  <c:v>9.2850510677808695E-2</c:v>
                </c:pt>
                <c:pt idx="25">
                  <c:v>0.161707632600258</c:v>
                </c:pt>
                <c:pt idx="26">
                  <c:v>3.6324010170722801E-2</c:v>
                </c:pt>
                <c:pt idx="27">
                  <c:v>7.2780203784570605E-2</c:v>
                </c:pt>
                <c:pt idx="28">
                  <c:v>0</c:v>
                </c:pt>
                <c:pt idx="29">
                  <c:v>3.4734282737061403E-2</c:v>
                </c:pt>
                <c:pt idx="30">
                  <c:v>0</c:v>
                </c:pt>
                <c:pt idx="31">
                  <c:v>9.6774193548387094E-2</c:v>
                </c:pt>
                <c:pt idx="32">
                  <c:v>0.204319906596614</c:v>
                </c:pt>
                <c:pt idx="33">
                  <c:v>0.36754311563471798</c:v>
                </c:pt>
                <c:pt idx="34">
                  <c:v>0.34993270524899001</c:v>
                </c:pt>
                <c:pt idx="35">
                  <c:v>0.34076015727391801</c:v>
                </c:pt>
                <c:pt idx="36">
                  <c:v>0.60406370126304199</c:v>
                </c:pt>
                <c:pt idx="37">
                  <c:v>0.234986945169712</c:v>
                </c:pt>
                <c:pt idx="38">
                  <c:v>0.24135156878519701</c:v>
                </c:pt>
                <c:pt idx="39">
                  <c:v>0.31737635546151799</c:v>
                </c:pt>
                <c:pt idx="40">
                  <c:v>0.35668789808917101</c:v>
                </c:pt>
                <c:pt idx="41">
                  <c:v>0.44666316342616902</c:v>
                </c:pt>
                <c:pt idx="42">
                  <c:v>0.244964616222101</c:v>
                </c:pt>
                <c:pt idx="43">
                  <c:v>0.27940055880111703</c:v>
                </c:pt>
                <c:pt idx="44">
                  <c:v>0.48618219037871002</c:v>
                </c:pt>
                <c:pt idx="45">
                  <c:v>0.39225300318705503</c:v>
                </c:pt>
                <c:pt idx="46">
                  <c:v>0.127420998980632</c:v>
                </c:pt>
                <c:pt idx="47">
                  <c:v>0.10778765831312299</c:v>
                </c:pt>
                <c:pt idx="48">
                  <c:v>0.202604920405209</c:v>
                </c:pt>
                <c:pt idx="49">
                  <c:v>6.2893081761006206E-2</c:v>
                </c:pt>
                <c:pt idx="50">
                  <c:v>0</c:v>
                </c:pt>
                <c:pt idx="51">
                  <c:v>3.1928480204342198E-2</c:v>
                </c:pt>
                <c:pt idx="52">
                  <c:v>0</c:v>
                </c:pt>
                <c:pt idx="53">
                  <c:v>3.1766200762388799E-2</c:v>
                </c:pt>
                <c:pt idx="54">
                  <c:v>3.2331070158422202E-2</c:v>
                </c:pt>
                <c:pt idx="55">
                  <c:v>9.5359186268277094E-2</c:v>
                </c:pt>
                <c:pt idx="56">
                  <c:v>0.28661507595299501</c:v>
                </c:pt>
                <c:pt idx="57">
                  <c:v>0.34510220334483599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76B-442A-9BF7-AD4851FDFD90}"/>
            </c:ext>
          </c:extLst>
        </c:ser>
        <c:ser>
          <c:idx val="5"/>
          <c:order val="5"/>
          <c:tx>
            <c:strRef>
              <c:f>Sheet2!$G$1:$G$2</c:f>
              <c:strCache>
                <c:ptCount val="1"/>
                <c:pt idx="0">
                  <c:v>LKAND99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Sheet2!$G$3:$G$64</c:f>
              <c:numCache>
                <c:formatCode>General</c:formatCode>
                <c:ptCount val="58"/>
                <c:pt idx="0">
                  <c:v>0.38372985418265498</c:v>
                </c:pt>
                <c:pt idx="1">
                  <c:v>0</c:v>
                </c:pt>
                <c:pt idx="2">
                  <c:v>4.6598322460391403E-2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8.8378258948298705E-2</c:v>
                </c:pt>
                <c:pt idx="7">
                  <c:v>0.231124807395993</c:v>
                </c:pt>
                <c:pt idx="8">
                  <c:v>0.32444124008651698</c:v>
                </c:pt>
                <c:pt idx="9">
                  <c:v>0.36062026685899701</c:v>
                </c:pt>
                <c:pt idx="10">
                  <c:v>0.43232457598935797</c:v>
                </c:pt>
                <c:pt idx="11">
                  <c:v>0.44905008635578503</c:v>
                </c:pt>
                <c:pt idx="12">
                  <c:v>0.28818443804034499</c:v>
                </c:pt>
                <c:pt idx="13">
                  <c:v>0.41374920432845302</c:v>
                </c:pt>
                <c:pt idx="14">
                  <c:v>0.14743826022852899</c:v>
                </c:pt>
                <c:pt idx="15">
                  <c:v>7.5187969924811998E-2</c:v>
                </c:pt>
                <c:pt idx="16">
                  <c:v>0.17519271198318101</c:v>
                </c:pt>
                <c:pt idx="17">
                  <c:v>0.37641154328732701</c:v>
                </c:pt>
                <c:pt idx="18">
                  <c:v>0.22875816993463999</c:v>
                </c:pt>
                <c:pt idx="19">
                  <c:v>0.37523452157598403</c:v>
                </c:pt>
                <c:pt idx="20">
                  <c:v>0.51259193224871802</c:v>
                </c:pt>
                <c:pt idx="21">
                  <c:v>0.56427870461236496</c:v>
                </c:pt>
                <c:pt idx="22">
                  <c:v>0.54691997697178996</c:v>
                </c:pt>
                <c:pt idx="23">
                  <c:v>0.24914356898162501</c:v>
                </c:pt>
                <c:pt idx="24">
                  <c:v>0</c:v>
                </c:pt>
                <c:pt idx="25">
                  <c:v>4.53103760761214E-2</c:v>
                </c:pt>
                <c:pt idx="26">
                  <c:v>0.145278450363196</c:v>
                </c:pt>
                <c:pt idx="27">
                  <c:v>0.139082058414464</c:v>
                </c:pt>
                <c:pt idx="28">
                  <c:v>0</c:v>
                </c:pt>
                <c:pt idx="29">
                  <c:v>4.5126353790613701E-2</c:v>
                </c:pt>
                <c:pt idx="30">
                  <c:v>0</c:v>
                </c:pt>
                <c:pt idx="31">
                  <c:v>7.1225071225071199E-2</c:v>
                </c:pt>
                <c:pt idx="32">
                  <c:v>0.27797081306462801</c:v>
                </c:pt>
                <c:pt idx="33">
                  <c:v>0.42283298097251498</c:v>
                </c:pt>
                <c:pt idx="34">
                  <c:v>0.31456432840515802</c:v>
                </c:pt>
                <c:pt idx="35">
                  <c:v>0.37496394577444397</c:v>
                </c:pt>
                <c:pt idx="36">
                  <c:v>0.58878215060427597</c:v>
                </c:pt>
                <c:pt idx="37">
                  <c:v>0.30229746070133001</c:v>
                </c:pt>
                <c:pt idx="38">
                  <c:v>0.33932813030200198</c:v>
                </c:pt>
                <c:pt idx="39">
                  <c:v>0.20833333333333301</c:v>
                </c:pt>
                <c:pt idx="40">
                  <c:v>0.30570652173912999</c:v>
                </c:pt>
                <c:pt idx="41">
                  <c:v>0.246609124537607</c:v>
                </c:pt>
                <c:pt idx="42">
                  <c:v>0.114351057747284</c:v>
                </c:pt>
                <c:pt idx="43">
                  <c:v>0.380861699595334</c:v>
                </c:pt>
                <c:pt idx="44">
                  <c:v>0.53697827678789301</c:v>
                </c:pt>
                <c:pt idx="45">
                  <c:v>0.48823790501553399</c:v>
                </c:pt>
                <c:pt idx="46">
                  <c:v>0.26803118908382001</c:v>
                </c:pt>
                <c:pt idx="47">
                  <c:v>0.396039603960396</c:v>
                </c:pt>
                <c:pt idx="48">
                  <c:v>0.31479538300104898</c:v>
                </c:pt>
                <c:pt idx="49">
                  <c:v>8.5543199315654406E-2</c:v>
                </c:pt>
                <c:pt idx="50">
                  <c:v>0.11202389843166501</c:v>
                </c:pt>
                <c:pt idx="51">
                  <c:v>7.1505184125849094E-2</c:v>
                </c:pt>
                <c:pt idx="52">
                  <c:v>3.4952813701502897E-2</c:v>
                </c:pt>
                <c:pt idx="53">
                  <c:v>0.11801730920535</c:v>
                </c:pt>
                <c:pt idx="54">
                  <c:v>0.135915732246007</c:v>
                </c:pt>
                <c:pt idx="55">
                  <c:v>0.19993335554815</c:v>
                </c:pt>
                <c:pt idx="56">
                  <c:v>0.30386740331491702</c:v>
                </c:pt>
                <c:pt idx="57">
                  <c:v>0.52015604681404404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76B-442A-9BF7-AD4851FDFD90}"/>
            </c:ext>
          </c:extLst>
        </c:ser>
        <c:ser>
          <c:idx val="6"/>
          <c:order val="6"/>
          <c:tx>
            <c:strRef>
              <c:f>Sheet2!$H$1:$H$2</c:f>
              <c:strCache>
                <c:ptCount val="1"/>
                <c:pt idx="0">
                  <c:v>LKAND9A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Sheet2!$H$3:$H$64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1.72413793103448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2.5641025641025599</c:v>
                </c:pt>
                <c:pt idx="15">
                  <c:v>2.19780219780219</c:v>
                </c:pt>
                <c:pt idx="16">
                  <c:v>1.5625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0.72992700729926996</c:v>
                </c:pt>
                <c:pt idx="22">
                  <c:v>1.6</c:v>
                </c:pt>
                <c:pt idx="23">
                  <c:v>0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2.5641025641025599</c:v>
                </c:pt>
                <c:pt idx="35">
                  <c:v>0</c:v>
                </c:pt>
                <c:pt idx="36">
                  <c:v>0</c:v>
                </c:pt>
                <c:pt idx="37">
                  <c:v>4.4247787610619396</c:v>
                </c:pt>
                <c:pt idx="38">
                  <c:v>4.7619047619047601</c:v>
                </c:pt>
                <c:pt idx="39">
                  <c:v>0.75187969924812004</c:v>
                </c:pt>
                <c:pt idx="40">
                  <c:v>0</c:v>
                </c:pt>
                <c:pt idx="41">
                  <c:v>1.98019801980198</c:v>
                </c:pt>
                <c:pt idx="42">
                  <c:v>2.5</c:v>
                </c:pt>
                <c:pt idx="43">
                  <c:v>1.26582278481012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1.29870129870129</c:v>
                </c:pt>
                <c:pt idx="56">
                  <c:v>0</c:v>
                </c:pt>
                <c:pt idx="5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76B-442A-9BF7-AD4851FDFD90}"/>
            </c:ext>
          </c:extLst>
        </c:ser>
        <c:ser>
          <c:idx val="7"/>
          <c:order val="7"/>
          <c:tx>
            <c:strRef>
              <c:f>Sheet2!$I$1:$I$2</c:f>
              <c:strCache>
                <c:ptCount val="1"/>
                <c:pt idx="0">
                  <c:v>LKAND9B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Sheet2!$I$3:$I$64</c:f>
              <c:numCache>
                <c:formatCode>General</c:formatCode>
                <c:ptCount val="5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2.5641025641025599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1.4925373134328299</c:v>
                </c:pt>
                <c:pt idx="16">
                  <c:v>2.7777777777777701</c:v>
                </c:pt>
                <c:pt idx="17">
                  <c:v>0</c:v>
                </c:pt>
                <c:pt idx="18">
                  <c:v>1.72413793103448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2.0833333333333299</c:v>
                </c:pt>
                <c:pt idx="23">
                  <c:v>4.4444444444444402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2.1276595744680802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76B-442A-9BF7-AD4851FDFD90}"/>
            </c:ext>
          </c:extLst>
        </c:ser>
        <c:ser>
          <c:idx val="8"/>
          <c:order val="8"/>
          <c:tx>
            <c:strRef>
              <c:f>Sheet2!$J$1:$J$2</c:f>
              <c:strCache>
                <c:ptCount val="1"/>
                <c:pt idx="0">
                  <c:v>LKAND9C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Sheet2!$A$3:$A$64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Sheet2!$J$3:$J$64</c:f>
              <c:numCache>
                <c:formatCode>General</c:formatCode>
                <c:ptCount val="58"/>
                <c:pt idx="0">
                  <c:v>11.1111111111111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11.1111111111111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#N/A</c:v>
                </c:pt>
                <c:pt idx="26">
                  <c:v>#N/A</c:v>
                </c:pt>
                <c:pt idx="28">
                  <c:v>#N/A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0.854700854700854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76B-442A-9BF7-AD4851FDF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0067648"/>
        <c:axId val="120063808"/>
      </c:lineChart>
      <c:catAx>
        <c:axId val="12006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3808"/>
        <c:crosses val="autoZero"/>
        <c:auto val="1"/>
        <c:lblAlgn val="ctr"/>
        <c:lblOffset val="100"/>
        <c:noMultiLvlLbl val="0"/>
      </c:catAx>
      <c:valAx>
        <c:axId val="1200638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6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 b="1">
          <a:solidFill>
            <a:schemeClr val="bg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[Book6]Sheet4!PivotTable15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sz="2400"/>
              <a:t>4G Total Traffic(Go)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Sheet4!$B$3:$B$4</c:f>
              <c:strCache>
                <c:ptCount val="1"/>
                <c:pt idx="0">
                  <c:v>LKAND94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Sheet4!$B$5:$B$66</c:f>
              <c:numCache>
                <c:formatCode>General</c:formatCode>
                <c:ptCount val="58"/>
                <c:pt idx="0">
                  <c:v>1.0669999999999999</c:v>
                </c:pt>
                <c:pt idx="1">
                  <c:v>0.28100000000000003</c:v>
                </c:pt>
                <c:pt idx="2">
                  <c:v>0.251</c:v>
                </c:pt>
                <c:pt idx="3">
                  <c:v>0.26100000000000001</c:v>
                </c:pt>
                <c:pt idx="4">
                  <c:v>0.76500000000000001</c:v>
                </c:pt>
                <c:pt idx="5">
                  <c:v>0.67700000000000005</c:v>
                </c:pt>
                <c:pt idx="6">
                  <c:v>1.2669999999999999</c:v>
                </c:pt>
                <c:pt idx="7">
                  <c:v>1.1819999999999999</c:v>
                </c:pt>
                <c:pt idx="8">
                  <c:v>0.36799999999999999</c:v>
                </c:pt>
                <c:pt idx="9">
                  <c:v>0.59199999999999997</c:v>
                </c:pt>
                <c:pt idx="10">
                  <c:v>0.51200000000000001</c:v>
                </c:pt>
                <c:pt idx="11">
                  <c:v>1.5980000000000001</c:v>
                </c:pt>
                <c:pt idx="12">
                  <c:v>0.75800000000000001</c:v>
                </c:pt>
                <c:pt idx="13">
                  <c:v>0.99199999999999999</c:v>
                </c:pt>
                <c:pt idx="14">
                  <c:v>0.93200000000000005</c:v>
                </c:pt>
                <c:pt idx="15">
                  <c:v>0.76700000000000002</c:v>
                </c:pt>
                <c:pt idx="16">
                  <c:v>0.749</c:v>
                </c:pt>
                <c:pt idx="17">
                  <c:v>0.73499999999999999</c:v>
                </c:pt>
                <c:pt idx="18">
                  <c:v>0.28799999999999998</c:v>
                </c:pt>
                <c:pt idx="19">
                  <c:v>0.57299999999999995</c:v>
                </c:pt>
                <c:pt idx="20">
                  <c:v>1.0620000000000001</c:v>
                </c:pt>
                <c:pt idx="21">
                  <c:v>1.0609999999999999</c:v>
                </c:pt>
                <c:pt idx="22">
                  <c:v>2.21</c:v>
                </c:pt>
                <c:pt idx="23">
                  <c:v>0.95099999999999996</c:v>
                </c:pt>
                <c:pt idx="24">
                  <c:v>0.94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0.115</c:v>
                </c:pt>
                <c:pt idx="29">
                  <c:v>0.63600000000000001</c:v>
                </c:pt>
                <c:pt idx="30">
                  <c:v>0.505</c:v>
                </c:pt>
                <c:pt idx="31">
                  <c:v>0.32700000000000001</c:v>
                </c:pt>
                <c:pt idx="32">
                  <c:v>0.71399999999999997</c:v>
                </c:pt>
                <c:pt idx="33">
                  <c:v>0.74</c:v>
                </c:pt>
                <c:pt idx="34">
                  <c:v>0.53300000000000003</c:v>
                </c:pt>
                <c:pt idx="35">
                  <c:v>0.72099999999999997</c:v>
                </c:pt>
                <c:pt idx="36">
                  <c:v>0.66100000000000003</c:v>
                </c:pt>
                <c:pt idx="37">
                  <c:v>0.748</c:v>
                </c:pt>
                <c:pt idx="38">
                  <c:v>0.36699999999999999</c:v>
                </c:pt>
                <c:pt idx="39">
                  <c:v>0.71099999999999997</c:v>
                </c:pt>
                <c:pt idx="40">
                  <c:v>0.53</c:v>
                </c:pt>
                <c:pt idx="41">
                  <c:v>0.11600000000000001</c:v>
                </c:pt>
                <c:pt idx="42">
                  <c:v>0.14899999999999999</c:v>
                </c:pt>
                <c:pt idx="43">
                  <c:v>1.079</c:v>
                </c:pt>
                <c:pt idx="44">
                  <c:v>1.002</c:v>
                </c:pt>
                <c:pt idx="45">
                  <c:v>1.87</c:v>
                </c:pt>
                <c:pt idx="46">
                  <c:v>2.0390000000000001</c:v>
                </c:pt>
                <c:pt idx="47">
                  <c:v>1.9790000000000001</c:v>
                </c:pt>
                <c:pt idx="48">
                  <c:v>0.28999999999999998</c:v>
                </c:pt>
                <c:pt idx="49">
                  <c:v>0.16300000000000001</c:v>
                </c:pt>
                <c:pt idx="50">
                  <c:v>0.23599999999999999</c:v>
                </c:pt>
                <c:pt idx="51">
                  <c:v>0.61299999999999999</c:v>
                </c:pt>
                <c:pt idx="52">
                  <c:v>0.20799999999999999</c:v>
                </c:pt>
                <c:pt idx="53">
                  <c:v>0.89</c:v>
                </c:pt>
                <c:pt idx="54">
                  <c:v>0.91600000000000004</c:v>
                </c:pt>
                <c:pt idx="55">
                  <c:v>0.33400000000000002</c:v>
                </c:pt>
                <c:pt idx="56">
                  <c:v>0.92100000000000004</c:v>
                </c:pt>
                <c:pt idx="57">
                  <c:v>0.26400000000000001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12-4F7B-AD15-4904424C4FA2}"/>
            </c:ext>
          </c:extLst>
        </c:ser>
        <c:ser>
          <c:idx val="1"/>
          <c:order val="1"/>
          <c:tx>
            <c:strRef>
              <c:f>Sheet4!$C$3:$C$4</c:f>
              <c:strCache>
                <c:ptCount val="1"/>
                <c:pt idx="0">
                  <c:v>LKAND95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Sheet4!$C$5:$C$66</c:f>
              <c:numCache>
                <c:formatCode>General</c:formatCode>
                <c:ptCount val="58"/>
                <c:pt idx="0">
                  <c:v>3.1E-2</c:v>
                </c:pt>
                <c:pt idx="1">
                  <c:v>4.1000000000000002E-2</c:v>
                </c:pt>
                <c:pt idx="2">
                  <c:v>0.04</c:v>
                </c:pt>
                <c:pt idx="3">
                  <c:v>1E-3</c:v>
                </c:pt>
                <c:pt idx="4">
                  <c:v>0</c:v>
                </c:pt>
                <c:pt idx="5">
                  <c:v>0.109</c:v>
                </c:pt>
                <c:pt idx="6">
                  <c:v>0.27100000000000002</c:v>
                </c:pt>
                <c:pt idx="7">
                  <c:v>0.24399999999999999</c:v>
                </c:pt>
                <c:pt idx="8">
                  <c:v>0.216</c:v>
                </c:pt>
                <c:pt idx="9">
                  <c:v>0.44700000000000001</c:v>
                </c:pt>
                <c:pt idx="10">
                  <c:v>0.47</c:v>
                </c:pt>
                <c:pt idx="11">
                  <c:v>0.29799999999999999</c:v>
                </c:pt>
                <c:pt idx="12">
                  <c:v>0.32</c:v>
                </c:pt>
                <c:pt idx="13">
                  <c:v>0.14799999999999999</c:v>
                </c:pt>
                <c:pt idx="14">
                  <c:v>0.29599999999999999</c:v>
                </c:pt>
                <c:pt idx="15">
                  <c:v>0.16900000000000001</c:v>
                </c:pt>
                <c:pt idx="16">
                  <c:v>6.8000000000000005E-2</c:v>
                </c:pt>
                <c:pt idx="17">
                  <c:v>6.9000000000000006E-2</c:v>
                </c:pt>
                <c:pt idx="18">
                  <c:v>0.106</c:v>
                </c:pt>
                <c:pt idx="19">
                  <c:v>0.17799999999999999</c:v>
                </c:pt>
                <c:pt idx="20">
                  <c:v>8.2000000000000003E-2</c:v>
                </c:pt>
                <c:pt idx="21">
                  <c:v>0.35299999999999998</c:v>
                </c:pt>
                <c:pt idx="22">
                  <c:v>0.33600000000000002</c:v>
                </c:pt>
                <c:pt idx="23">
                  <c:v>0.20799999999999999</c:v>
                </c:pt>
                <c:pt idx="24">
                  <c:v>0.04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1E-3</c:v>
                </c:pt>
                <c:pt idx="29">
                  <c:v>0.21199999999999999</c:v>
                </c:pt>
                <c:pt idx="30">
                  <c:v>8.3000000000000004E-2</c:v>
                </c:pt>
                <c:pt idx="31">
                  <c:v>0.104</c:v>
                </c:pt>
                <c:pt idx="32">
                  <c:v>8.1000000000000003E-2</c:v>
                </c:pt>
                <c:pt idx="33">
                  <c:v>0.313</c:v>
                </c:pt>
                <c:pt idx="34">
                  <c:v>0.10199999999999999</c:v>
                </c:pt>
                <c:pt idx="35">
                  <c:v>0.317</c:v>
                </c:pt>
                <c:pt idx="36">
                  <c:v>0.11700000000000001</c:v>
                </c:pt>
                <c:pt idx="37">
                  <c:v>0.124</c:v>
                </c:pt>
                <c:pt idx="38">
                  <c:v>7.9000000000000001E-2</c:v>
                </c:pt>
                <c:pt idx="39">
                  <c:v>0.19800000000000001</c:v>
                </c:pt>
                <c:pt idx="40">
                  <c:v>0.26300000000000001</c:v>
                </c:pt>
                <c:pt idx="41">
                  <c:v>1.2999999999999999E-2</c:v>
                </c:pt>
                <c:pt idx="42">
                  <c:v>9.7000000000000003E-2</c:v>
                </c:pt>
                <c:pt idx="43">
                  <c:v>0.46400000000000002</c:v>
                </c:pt>
                <c:pt idx="44">
                  <c:v>0.59099999999999997</c:v>
                </c:pt>
                <c:pt idx="45">
                  <c:v>0.79200000000000004</c:v>
                </c:pt>
                <c:pt idx="46">
                  <c:v>0.29299999999999998</c:v>
                </c:pt>
                <c:pt idx="47">
                  <c:v>0.251</c:v>
                </c:pt>
                <c:pt idx="48">
                  <c:v>0.627</c:v>
                </c:pt>
                <c:pt idx="49">
                  <c:v>1.7999999999999999E-2</c:v>
                </c:pt>
                <c:pt idx="50">
                  <c:v>5.7000000000000002E-2</c:v>
                </c:pt>
                <c:pt idx="51">
                  <c:v>8.5000000000000006E-2</c:v>
                </c:pt>
                <c:pt idx="52">
                  <c:v>0.154</c:v>
                </c:pt>
                <c:pt idx="53">
                  <c:v>2.1999999999999999E-2</c:v>
                </c:pt>
                <c:pt idx="54">
                  <c:v>1.4E-2</c:v>
                </c:pt>
                <c:pt idx="55">
                  <c:v>0.153</c:v>
                </c:pt>
                <c:pt idx="56">
                  <c:v>0.34300000000000003</c:v>
                </c:pt>
                <c:pt idx="57">
                  <c:v>0.51800000000000002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12-4F7B-AD15-4904424C4FA2}"/>
            </c:ext>
          </c:extLst>
        </c:ser>
        <c:ser>
          <c:idx val="2"/>
          <c:order val="2"/>
          <c:tx>
            <c:strRef>
              <c:f>Sheet4!$D$3:$D$4</c:f>
              <c:strCache>
                <c:ptCount val="1"/>
                <c:pt idx="0">
                  <c:v>LKAND96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Sheet4!$D$5:$D$66</c:f>
              <c:numCache>
                <c:formatCode>General</c:formatCode>
                <c:ptCount val="58"/>
                <c:pt idx="0">
                  <c:v>0.14299999999999999</c:v>
                </c:pt>
                <c:pt idx="1">
                  <c:v>0</c:v>
                </c:pt>
                <c:pt idx="2">
                  <c:v>8.0000000000000002E-3</c:v>
                </c:pt>
                <c:pt idx="3">
                  <c:v>4.9000000000000002E-2</c:v>
                </c:pt>
                <c:pt idx="4">
                  <c:v>4.7E-2</c:v>
                </c:pt>
                <c:pt idx="5">
                  <c:v>0.20699999999999999</c:v>
                </c:pt>
                <c:pt idx="6">
                  <c:v>4.0000000000000001E-3</c:v>
                </c:pt>
                <c:pt idx="7">
                  <c:v>3.5000000000000003E-2</c:v>
                </c:pt>
                <c:pt idx="8">
                  <c:v>0.28699999999999998</c:v>
                </c:pt>
                <c:pt idx="9">
                  <c:v>0.13300000000000001</c:v>
                </c:pt>
                <c:pt idx="10">
                  <c:v>0.16900000000000001</c:v>
                </c:pt>
                <c:pt idx="11">
                  <c:v>9.1999999999999998E-2</c:v>
                </c:pt>
                <c:pt idx="12">
                  <c:v>0.216</c:v>
                </c:pt>
                <c:pt idx="13">
                  <c:v>0.28100000000000003</c:v>
                </c:pt>
                <c:pt idx="14">
                  <c:v>0.43099999999999999</c:v>
                </c:pt>
                <c:pt idx="15">
                  <c:v>0.74</c:v>
                </c:pt>
                <c:pt idx="16">
                  <c:v>0.44600000000000001</c:v>
                </c:pt>
                <c:pt idx="17">
                  <c:v>0.16400000000000001</c:v>
                </c:pt>
                <c:pt idx="18">
                  <c:v>0.74099999999999999</c:v>
                </c:pt>
                <c:pt idx="19">
                  <c:v>0.28399999999999997</c:v>
                </c:pt>
                <c:pt idx="20">
                  <c:v>0.36299999999999999</c:v>
                </c:pt>
                <c:pt idx="21">
                  <c:v>0.34300000000000003</c:v>
                </c:pt>
                <c:pt idx="22">
                  <c:v>0.106</c:v>
                </c:pt>
                <c:pt idx="23">
                  <c:v>7.0000000000000001E-3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1.4E-2</c:v>
                </c:pt>
                <c:pt idx="29">
                  <c:v>1.7999999999999999E-2</c:v>
                </c:pt>
                <c:pt idx="30">
                  <c:v>1.9E-2</c:v>
                </c:pt>
                <c:pt idx="31">
                  <c:v>2.9000000000000001E-2</c:v>
                </c:pt>
                <c:pt idx="32">
                  <c:v>9.2999999999999999E-2</c:v>
                </c:pt>
                <c:pt idx="33">
                  <c:v>8.4000000000000005E-2</c:v>
                </c:pt>
                <c:pt idx="34">
                  <c:v>0.19800000000000001</c:v>
                </c:pt>
                <c:pt idx="35">
                  <c:v>5.8000000000000003E-2</c:v>
                </c:pt>
                <c:pt idx="36">
                  <c:v>6.7000000000000004E-2</c:v>
                </c:pt>
                <c:pt idx="37">
                  <c:v>0.24299999999999999</c:v>
                </c:pt>
                <c:pt idx="38">
                  <c:v>0.26200000000000001</c:v>
                </c:pt>
                <c:pt idx="39">
                  <c:v>0.17399999999999999</c:v>
                </c:pt>
                <c:pt idx="40">
                  <c:v>0.32900000000000001</c:v>
                </c:pt>
                <c:pt idx="41">
                  <c:v>0.16300000000000001</c:v>
                </c:pt>
                <c:pt idx="42">
                  <c:v>0.249</c:v>
                </c:pt>
                <c:pt idx="43">
                  <c:v>0.218</c:v>
                </c:pt>
                <c:pt idx="44">
                  <c:v>0.56899999999999995</c:v>
                </c:pt>
                <c:pt idx="45">
                  <c:v>0.35899999999999999</c:v>
                </c:pt>
                <c:pt idx="46">
                  <c:v>0.68300000000000005</c:v>
                </c:pt>
                <c:pt idx="47">
                  <c:v>1.4999999999999999E-2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8.4000000000000005E-2</c:v>
                </c:pt>
                <c:pt idx="52">
                  <c:v>1.1459999999999999</c:v>
                </c:pt>
                <c:pt idx="53">
                  <c:v>0.71599999999999997</c:v>
                </c:pt>
                <c:pt idx="54">
                  <c:v>9.9000000000000005E-2</c:v>
                </c:pt>
                <c:pt idx="55">
                  <c:v>0.501</c:v>
                </c:pt>
                <c:pt idx="56">
                  <c:v>0.318</c:v>
                </c:pt>
                <c:pt idx="57">
                  <c:v>7.2999999999999995E-2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12-4F7B-AD15-4904424C4FA2}"/>
            </c:ext>
          </c:extLst>
        </c:ser>
        <c:ser>
          <c:idx val="3"/>
          <c:order val="3"/>
          <c:tx>
            <c:strRef>
              <c:f>Sheet4!$E$3:$E$4</c:f>
              <c:strCache>
                <c:ptCount val="1"/>
                <c:pt idx="0">
                  <c:v>LKAND97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Sheet4!$E$5:$E$66</c:f>
              <c:numCache>
                <c:formatCode>General</c:formatCode>
                <c:ptCount val="58"/>
                <c:pt idx="0">
                  <c:v>1.236</c:v>
                </c:pt>
                <c:pt idx="1">
                  <c:v>0.88100000000000001</c:v>
                </c:pt>
                <c:pt idx="2">
                  <c:v>0.16700000000000001</c:v>
                </c:pt>
                <c:pt idx="3">
                  <c:v>0.36099999999999999</c:v>
                </c:pt>
                <c:pt idx="4">
                  <c:v>0.73899999999999999</c:v>
                </c:pt>
                <c:pt idx="5">
                  <c:v>0.69699999999999995</c:v>
                </c:pt>
                <c:pt idx="6">
                  <c:v>0.14099999999999999</c:v>
                </c:pt>
                <c:pt idx="7">
                  <c:v>0.53100000000000003</c:v>
                </c:pt>
                <c:pt idx="8">
                  <c:v>0.11899999999999999</c:v>
                </c:pt>
                <c:pt idx="9">
                  <c:v>0.42699999999999999</c:v>
                </c:pt>
                <c:pt idx="10">
                  <c:v>0.60699999999999998</c:v>
                </c:pt>
                <c:pt idx="11">
                  <c:v>0.318</c:v>
                </c:pt>
                <c:pt idx="12">
                  <c:v>0.64800000000000002</c:v>
                </c:pt>
                <c:pt idx="13">
                  <c:v>0.82499999999999996</c:v>
                </c:pt>
                <c:pt idx="14">
                  <c:v>0.84499999999999997</c:v>
                </c:pt>
                <c:pt idx="15">
                  <c:v>1.458</c:v>
                </c:pt>
                <c:pt idx="16">
                  <c:v>1.6659999999999999</c:v>
                </c:pt>
                <c:pt idx="17">
                  <c:v>0.81399999999999995</c:v>
                </c:pt>
                <c:pt idx="18">
                  <c:v>1.353</c:v>
                </c:pt>
                <c:pt idx="19">
                  <c:v>1.004</c:v>
                </c:pt>
                <c:pt idx="20">
                  <c:v>1.536</c:v>
                </c:pt>
                <c:pt idx="21">
                  <c:v>5.76</c:v>
                </c:pt>
                <c:pt idx="22">
                  <c:v>2.488</c:v>
                </c:pt>
                <c:pt idx="23">
                  <c:v>1.6839999999999999</c:v>
                </c:pt>
                <c:pt idx="24">
                  <c:v>1.659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0.221</c:v>
                </c:pt>
                <c:pt idx="29">
                  <c:v>1.111</c:v>
                </c:pt>
                <c:pt idx="30">
                  <c:v>0.82899999999999996</c:v>
                </c:pt>
                <c:pt idx="31">
                  <c:v>0.56899999999999995</c:v>
                </c:pt>
                <c:pt idx="32">
                  <c:v>0.67800000000000005</c:v>
                </c:pt>
                <c:pt idx="33">
                  <c:v>0.34200000000000003</c:v>
                </c:pt>
                <c:pt idx="34">
                  <c:v>0.85</c:v>
                </c:pt>
                <c:pt idx="35">
                  <c:v>1.6319999999999999</c:v>
                </c:pt>
                <c:pt idx="36">
                  <c:v>1.1879999999999999</c:v>
                </c:pt>
                <c:pt idx="37">
                  <c:v>9.9610000000000003</c:v>
                </c:pt>
                <c:pt idx="38">
                  <c:v>0.95699999999999996</c:v>
                </c:pt>
                <c:pt idx="39">
                  <c:v>1.57</c:v>
                </c:pt>
                <c:pt idx="40">
                  <c:v>1.258</c:v>
                </c:pt>
                <c:pt idx="41">
                  <c:v>0.92</c:v>
                </c:pt>
                <c:pt idx="42">
                  <c:v>1.0049999999999999</c:v>
                </c:pt>
                <c:pt idx="43">
                  <c:v>1.032</c:v>
                </c:pt>
                <c:pt idx="44">
                  <c:v>1.643</c:v>
                </c:pt>
                <c:pt idx="45">
                  <c:v>3.7090000000000001</c:v>
                </c:pt>
                <c:pt idx="46">
                  <c:v>3.5230000000000001</c:v>
                </c:pt>
                <c:pt idx="47">
                  <c:v>2.7930000000000001</c:v>
                </c:pt>
                <c:pt idx="48">
                  <c:v>1.7869999999999999</c:v>
                </c:pt>
                <c:pt idx="49">
                  <c:v>0.74399999999999999</c:v>
                </c:pt>
                <c:pt idx="50">
                  <c:v>0.54600000000000004</c:v>
                </c:pt>
                <c:pt idx="51">
                  <c:v>0.16200000000000001</c:v>
                </c:pt>
                <c:pt idx="52">
                  <c:v>0.13600000000000001</c:v>
                </c:pt>
                <c:pt idx="53">
                  <c:v>0.222</c:v>
                </c:pt>
                <c:pt idx="54">
                  <c:v>1.04</c:v>
                </c:pt>
                <c:pt idx="55">
                  <c:v>1.506</c:v>
                </c:pt>
                <c:pt idx="56">
                  <c:v>0.84499999999999997</c:v>
                </c:pt>
                <c:pt idx="57">
                  <c:v>1.1180000000000001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512-4F7B-AD15-4904424C4FA2}"/>
            </c:ext>
          </c:extLst>
        </c:ser>
        <c:ser>
          <c:idx val="4"/>
          <c:order val="4"/>
          <c:tx>
            <c:strRef>
              <c:f>Sheet4!$F$3:$F$4</c:f>
              <c:strCache>
                <c:ptCount val="1"/>
                <c:pt idx="0">
                  <c:v>LKAND98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Sheet4!$F$5:$F$66</c:f>
              <c:numCache>
                <c:formatCode>General</c:formatCode>
                <c:ptCount val="58"/>
                <c:pt idx="0">
                  <c:v>0.05</c:v>
                </c:pt>
                <c:pt idx="1">
                  <c:v>1.7000000000000001E-2</c:v>
                </c:pt>
                <c:pt idx="2">
                  <c:v>0.435</c:v>
                </c:pt>
                <c:pt idx="3">
                  <c:v>2.1000000000000001E-2</c:v>
                </c:pt>
                <c:pt idx="4">
                  <c:v>4.0000000000000001E-3</c:v>
                </c:pt>
                <c:pt idx="5">
                  <c:v>0.13700000000000001</c:v>
                </c:pt>
                <c:pt idx="6">
                  <c:v>6.9000000000000006E-2</c:v>
                </c:pt>
                <c:pt idx="7">
                  <c:v>0.23699999999999999</c:v>
                </c:pt>
                <c:pt idx="8">
                  <c:v>0.81299999999999994</c:v>
                </c:pt>
                <c:pt idx="9">
                  <c:v>0.61699999999999999</c:v>
                </c:pt>
                <c:pt idx="10">
                  <c:v>0.48499999999999999</c:v>
                </c:pt>
                <c:pt idx="11">
                  <c:v>0.3</c:v>
                </c:pt>
                <c:pt idx="12">
                  <c:v>0.217</c:v>
                </c:pt>
                <c:pt idx="13">
                  <c:v>0.26</c:v>
                </c:pt>
                <c:pt idx="14">
                  <c:v>0.105</c:v>
                </c:pt>
                <c:pt idx="15">
                  <c:v>0.11</c:v>
                </c:pt>
                <c:pt idx="16">
                  <c:v>6.9000000000000006E-2</c:v>
                </c:pt>
                <c:pt idx="17">
                  <c:v>0.13700000000000001</c:v>
                </c:pt>
                <c:pt idx="18">
                  <c:v>0.23300000000000001</c:v>
                </c:pt>
                <c:pt idx="19">
                  <c:v>8.2000000000000003E-2</c:v>
                </c:pt>
                <c:pt idx="20">
                  <c:v>0.38</c:v>
                </c:pt>
                <c:pt idx="21">
                  <c:v>0.20100000000000001</c:v>
                </c:pt>
                <c:pt idx="22">
                  <c:v>0.28699999999999998</c:v>
                </c:pt>
                <c:pt idx="23">
                  <c:v>0.35</c:v>
                </c:pt>
                <c:pt idx="24">
                  <c:v>0.105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3.0000000000000001E-3</c:v>
                </c:pt>
                <c:pt idx="29">
                  <c:v>2.5000000000000001E-2</c:v>
                </c:pt>
                <c:pt idx="30">
                  <c:v>0.41699999999999998</c:v>
                </c:pt>
                <c:pt idx="31">
                  <c:v>0.11799999999999999</c:v>
                </c:pt>
                <c:pt idx="32">
                  <c:v>0.37</c:v>
                </c:pt>
                <c:pt idx="33">
                  <c:v>0.623</c:v>
                </c:pt>
                <c:pt idx="34">
                  <c:v>0.48</c:v>
                </c:pt>
                <c:pt idx="35">
                  <c:v>0.21</c:v>
                </c:pt>
                <c:pt idx="36">
                  <c:v>7.2999999999999995E-2</c:v>
                </c:pt>
                <c:pt idx="37">
                  <c:v>6.5000000000000002E-2</c:v>
                </c:pt>
                <c:pt idx="38">
                  <c:v>0.125</c:v>
                </c:pt>
                <c:pt idx="39">
                  <c:v>0.46100000000000002</c:v>
                </c:pt>
                <c:pt idx="40">
                  <c:v>0.06</c:v>
                </c:pt>
                <c:pt idx="41">
                  <c:v>0.313</c:v>
                </c:pt>
                <c:pt idx="42">
                  <c:v>0.69499999999999995</c:v>
                </c:pt>
                <c:pt idx="43">
                  <c:v>0.67600000000000005</c:v>
                </c:pt>
                <c:pt idx="44">
                  <c:v>0.114</c:v>
                </c:pt>
                <c:pt idx="45">
                  <c:v>0.24399999999999999</c:v>
                </c:pt>
                <c:pt idx="46">
                  <c:v>0.55500000000000005</c:v>
                </c:pt>
                <c:pt idx="47">
                  <c:v>0.27900000000000003</c:v>
                </c:pt>
                <c:pt idx="48">
                  <c:v>0.13100000000000001</c:v>
                </c:pt>
                <c:pt idx="49">
                  <c:v>1.7000000000000001E-2</c:v>
                </c:pt>
                <c:pt idx="50">
                  <c:v>8.9999999999999993E-3</c:v>
                </c:pt>
                <c:pt idx="51">
                  <c:v>0.12</c:v>
                </c:pt>
                <c:pt idx="52">
                  <c:v>0.1</c:v>
                </c:pt>
                <c:pt idx="53">
                  <c:v>0.19400000000000001</c:v>
                </c:pt>
                <c:pt idx="54">
                  <c:v>8.4000000000000005E-2</c:v>
                </c:pt>
                <c:pt idx="55">
                  <c:v>0.124</c:v>
                </c:pt>
                <c:pt idx="56">
                  <c:v>0.29899999999999999</c:v>
                </c:pt>
                <c:pt idx="57">
                  <c:v>0.84099999999999997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512-4F7B-AD15-4904424C4FA2}"/>
            </c:ext>
          </c:extLst>
        </c:ser>
        <c:ser>
          <c:idx val="5"/>
          <c:order val="5"/>
          <c:tx>
            <c:strRef>
              <c:f>Sheet4!$G$3:$G$4</c:f>
              <c:strCache>
                <c:ptCount val="1"/>
                <c:pt idx="0">
                  <c:v>LKAND99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Sheet4!$G$5:$G$66</c:f>
              <c:numCache>
                <c:formatCode>General</c:formatCode>
                <c:ptCount val="58"/>
                <c:pt idx="0">
                  <c:v>2.1000000000000001E-2</c:v>
                </c:pt>
                <c:pt idx="1">
                  <c:v>2E-3</c:v>
                </c:pt>
                <c:pt idx="2">
                  <c:v>0.26200000000000001</c:v>
                </c:pt>
                <c:pt idx="3">
                  <c:v>0.23400000000000001</c:v>
                </c:pt>
                <c:pt idx="4">
                  <c:v>8.0000000000000002E-3</c:v>
                </c:pt>
                <c:pt idx="5">
                  <c:v>6.0000000000000001E-3</c:v>
                </c:pt>
                <c:pt idx="6">
                  <c:v>4.2999999999999997E-2</c:v>
                </c:pt>
                <c:pt idx="7">
                  <c:v>0.435</c:v>
                </c:pt>
                <c:pt idx="8">
                  <c:v>0.54200000000000004</c:v>
                </c:pt>
                <c:pt idx="9">
                  <c:v>2.9000000000000001E-2</c:v>
                </c:pt>
                <c:pt idx="10">
                  <c:v>7.9000000000000001E-2</c:v>
                </c:pt>
                <c:pt idx="11">
                  <c:v>7.6999999999999999E-2</c:v>
                </c:pt>
                <c:pt idx="12">
                  <c:v>6.3E-2</c:v>
                </c:pt>
                <c:pt idx="13">
                  <c:v>0.13700000000000001</c:v>
                </c:pt>
                <c:pt idx="14">
                  <c:v>0.56299999999999994</c:v>
                </c:pt>
                <c:pt idx="15">
                  <c:v>0.26800000000000002</c:v>
                </c:pt>
                <c:pt idx="16">
                  <c:v>0.14099999999999999</c:v>
                </c:pt>
                <c:pt idx="17">
                  <c:v>0.111</c:v>
                </c:pt>
                <c:pt idx="18">
                  <c:v>0.215</c:v>
                </c:pt>
                <c:pt idx="19">
                  <c:v>0.26400000000000001</c:v>
                </c:pt>
                <c:pt idx="20">
                  <c:v>0.40500000000000003</c:v>
                </c:pt>
                <c:pt idx="21">
                  <c:v>0.86199999999999999</c:v>
                </c:pt>
                <c:pt idx="22">
                  <c:v>0.79200000000000004</c:v>
                </c:pt>
                <c:pt idx="23">
                  <c:v>0.40600000000000003</c:v>
                </c:pt>
                <c:pt idx="24">
                  <c:v>0.13400000000000001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0.14199999999999999</c:v>
                </c:pt>
                <c:pt idx="29">
                  <c:v>0.36299999999999999</c:v>
                </c:pt>
                <c:pt idx="30">
                  <c:v>0.20499999999999999</c:v>
                </c:pt>
                <c:pt idx="31">
                  <c:v>0.17399999999999999</c:v>
                </c:pt>
                <c:pt idx="32">
                  <c:v>0.372</c:v>
                </c:pt>
                <c:pt idx="33">
                  <c:v>0.34</c:v>
                </c:pt>
                <c:pt idx="34">
                  <c:v>0.93</c:v>
                </c:pt>
                <c:pt idx="35">
                  <c:v>0.5</c:v>
                </c:pt>
                <c:pt idx="36">
                  <c:v>0.59</c:v>
                </c:pt>
                <c:pt idx="37">
                  <c:v>0.10199999999999999</c:v>
                </c:pt>
                <c:pt idx="38">
                  <c:v>6.8000000000000005E-2</c:v>
                </c:pt>
                <c:pt idx="39">
                  <c:v>0.17299999999999999</c:v>
                </c:pt>
                <c:pt idx="40">
                  <c:v>0.182</c:v>
                </c:pt>
                <c:pt idx="41">
                  <c:v>0.215</c:v>
                </c:pt>
                <c:pt idx="42">
                  <c:v>0.13700000000000001</c:v>
                </c:pt>
                <c:pt idx="43">
                  <c:v>0.498</c:v>
                </c:pt>
                <c:pt idx="44">
                  <c:v>0.14399999999999999</c:v>
                </c:pt>
                <c:pt idx="45">
                  <c:v>0.97699999999999998</c:v>
                </c:pt>
                <c:pt idx="46">
                  <c:v>1.1879999999999999</c:v>
                </c:pt>
                <c:pt idx="47">
                  <c:v>0.69699999999999995</c:v>
                </c:pt>
                <c:pt idx="48">
                  <c:v>0.92</c:v>
                </c:pt>
                <c:pt idx="49">
                  <c:v>1.0999999999999999E-2</c:v>
                </c:pt>
                <c:pt idx="50">
                  <c:v>5.0000000000000001E-3</c:v>
                </c:pt>
                <c:pt idx="51">
                  <c:v>8.9999999999999993E-3</c:v>
                </c:pt>
                <c:pt idx="52">
                  <c:v>1.9E-2</c:v>
                </c:pt>
                <c:pt idx="53">
                  <c:v>1E-3</c:v>
                </c:pt>
                <c:pt idx="54">
                  <c:v>0.11700000000000001</c:v>
                </c:pt>
                <c:pt idx="55">
                  <c:v>0.36299999999999999</c:v>
                </c:pt>
                <c:pt idx="56">
                  <c:v>0.20799999999999999</c:v>
                </c:pt>
                <c:pt idx="57">
                  <c:v>0.157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512-4F7B-AD15-4904424C4FA2}"/>
            </c:ext>
          </c:extLst>
        </c:ser>
        <c:ser>
          <c:idx val="6"/>
          <c:order val="6"/>
          <c:tx>
            <c:strRef>
              <c:f>Sheet4!$H$3:$H$4</c:f>
              <c:strCache>
                <c:ptCount val="1"/>
                <c:pt idx="0">
                  <c:v>LKAND9A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Sheet4!$H$5:$H$66</c:f>
              <c:numCache>
                <c:formatCode>General</c:formatCode>
                <c:ptCount val="58"/>
                <c:pt idx="0">
                  <c:v>4.2999999999999997E-2</c:v>
                </c:pt>
                <c:pt idx="1">
                  <c:v>6.0000000000000001E-3</c:v>
                </c:pt>
                <c:pt idx="2">
                  <c:v>1E-3</c:v>
                </c:pt>
                <c:pt idx="3">
                  <c:v>1.6E-2</c:v>
                </c:pt>
                <c:pt idx="4">
                  <c:v>2.1000000000000001E-2</c:v>
                </c:pt>
                <c:pt idx="5">
                  <c:v>0.187</c:v>
                </c:pt>
                <c:pt idx="6">
                  <c:v>0.03</c:v>
                </c:pt>
                <c:pt idx="7">
                  <c:v>1.2999999999999999E-2</c:v>
                </c:pt>
                <c:pt idx="8">
                  <c:v>0.32300000000000001</c:v>
                </c:pt>
                <c:pt idx="9">
                  <c:v>9.4E-2</c:v>
                </c:pt>
                <c:pt idx="10">
                  <c:v>0.48899999999999999</c:v>
                </c:pt>
                <c:pt idx="11">
                  <c:v>0.16700000000000001</c:v>
                </c:pt>
                <c:pt idx="12">
                  <c:v>0.16400000000000001</c:v>
                </c:pt>
                <c:pt idx="13">
                  <c:v>0.21</c:v>
                </c:pt>
                <c:pt idx="14">
                  <c:v>0.39500000000000002</c:v>
                </c:pt>
                <c:pt idx="15">
                  <c:v>3.2000000000000001E-2</c:v>
                </c:pt>
                <c:pt idx="16">
                  <c:v>0.01</c:v>
                </c:pt>
                <c:pt idx="17">
                  <c:v>3.2000000000000001E-2</c:v>
                </c:pt>
                <c:pt idx="18">
                  <c:v>5.5E-2</c:v>
                </c:pt>
                <c:pt idx="19">
                  <c:v>0.11799999999999999</c:v>
                </c:pt>
                <c:pt idx="20">
                  <c:v>0.36299999999999999</c:v>
                </c:pt>
                <c:pt idx="21">
                  <c:v>0.54</c:v>
                </c:pt>
                <c:pt idx="22">
                  <c:v>0.64500000000000002</c:v>
                </c:pt>
                <c:pt idx="23">
                  <c:v>0.35499999999999998</c:v>
                </c:pt>
                <c:pt idx="24">
                  <c:v>0.27200000000000002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1E-3</c:v>
                </c:pt>
                <c:pt idx="29">
                  <c:v>8.1000000000000003E-2</c:v>
                </c:pt>
                <c:pt idx="30">
                  <c:v>1.2999999999999999E-2</c:v>
                </c:pt>
                <c:pt idx="31">
                  <c:v>0.65500000000000003</c:v>
                </c:pt>
                <c:pt idx="32">
                  <c:v>5.8999999999999997E-2</c:v>
                </c:pt>
                <c:pt idx="33">
                  <c:v>2.5000000000000001E-2</c:v>
                </c:pt>
                <c:pt idx="34">
                  <c:v>0.20100000000000001</c:v>
                </c:pt>
                <c:pt idx="35">
                  <c:v>1.7999999999999999E-2</c:v>
                </c:pt>
                <c:pt idx="36">
                  <c:v>0.22600000000000001</c:v>
                </c:pt>
                <c:pt idx="37">
                  <c:v>0.11799999999999999</c:v>
                </c:pt>
                <c:pt idx="38">
                  <c:v>0.26</c:v>
                </c:pt>
                <c:pt idx="39">
                  <c:v>1.7999999999999999E-2</c:v>
                </c:pt>
                <c:pt idx="40">
                  <c:v>0.124</c:v>
                </c:pt>
                <c:pt idx="41">
                  <c:v>0.20100000000000001</c:v>
                </c:pt>
                <c:pt idx="42">
                  <c:v>0.155</c:v>
                </c:pt>
                <c:pt idx="43">
                  <c:v>0.36899999999999999</c:v>
                </c:pt>
                <c:pt idx="44">
                  <c:v>0.32600000000000001</c:v>
                </c:pt>
                <c:pt idx="45">
                  <c:v>1.2050000000000001</c:v>
                </c:pt>
                <c:pt idx="46">
                  <c:v>0.81799999999999995</c:v>
                </c:pt>
                <c:pt idx="47">
                  <c:v>0.39300000000000002</c:v>
                </c:pt>
                <c:pt idx="48">
                  <c:v>0.443</c:v>
                </c:pt>
                <c:pt idx="49">
                  <c:v>0.28000000000000003</c:v>
                </c:pt>
                <c:pt idx="50">
                  <c:v>8.5999999999999993E-2</c:v>
                </c:pt>
                <c:pt idx="51">
                  <c:v>0.183</c:v>
                </c:pt>
                <c:pt idx="52">
                  <c:v>7.4999999999999997E-2</c:v>
                </c:pt>
                <c:pt idx="53">
                  <c:v>0.14599999999999999</c:v>
                </c:pt>
                <c:pt idx="54">
                  <c:v>0.19700000000000001</c:v>
                </c:pt>
                <c:pt idx="55">
                  <c:v>1.6E-2</c:v>
                </c:pt>
                <c:pt idx="56">
                  <c:v>4.5999999999999999E-2</c:v>
                </c:pt>
                <c:pt idx="57">
                  <c:v>1.2999999999999999E-2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512-4F7B-AD15-4904424C4FA2}"/>
            </c:ext>
          </c:extLst>
        </c:ser>
        <c:ser>
          <c:idx val="7"/>
          <c:order val="7"/>
          <c:tx>
            <c:strRef>
              <c:f>Sheet4!$I$3:$I$4</c:f>
              <c:strCache>
                <c:ptCount val="1"/>
                <c:pt idx="0">
                  <c:v>LKAND9B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Sheet4!$I$5:$I$66</c:f>
              <c:numCache>
                <c:formatCode>General</c:formatCode>
                <c:ptCount val="58"/>
                <c:pt idx="0">
                  <c:v>8.9999999999999993E-3</c:v>
                </c:pt>
                <c:pt idx="1">
                  <c:v>0</c:v>
                </c:pt>
                <c:pt idx="2">
                  <c:v>1E-3</c:v>
                </c:pt>
                <c:pt idx="3">
                  <c:v>9.5000000000000001E-2</c:v>
                </c:pt>
                <c:pt idx="4">
                  <c:v>1E-3</c:v>
                </c:pt>
                <c:pt idx="5">
                  <c:v>0.06</c:v>
                </c:pt>
                <c:pt idx="6">
                  <c:v>5.6000000000000001E-2</c:v>
                </c:pt>
                <c:pt idx="7">
                  <c:v>3.6999999999999998E-2</c:v>
                </c:pt>
                <c:pt idx="8">
                  <c:v>5.2999999999999999E-2</c:v>
                </c:pt>
                <c:pt idx="9">
                  <c:v>2E-3</c:v>
                </c:pt>
                <c:pt idx="10">
                  <c:v>5.8999999999999997E-2</c:v>
                </c:pt>
                <c:pt idx="11">
                  <c:v>5.7000000000000002E-2</c:v>
                </c:pt>
                <c:pt idx="12">
                  <c:v>8.6999999999999994E-2</c:v>
                </c:pt>
                <c:pt idx="13">
                  <c:v>0.03</c:v>
                </c:pt>
                <c:pt idx="14">
                  <c:v>2.3E-2</c:v>
                </c:pt>
                <c:pt idx="15">
                  <c:v>1.9E-2</c:v>
                </c:pt>
                <c:pt idx="16">
                  <c:v>0.23400000000000001</c:v>
                </c:pt>
                <c:pt idx="17">
                  <c:v>0.16700000000000001</c:v>
                </c:pt>
                <c:pt idx="18">
                  <c:v>4.3999999999999997E-2</c:v>
                </c:pt>
                <c:pt idx="19">
                  <c:v>4.7E-2</c:v>
                </c:pt>
                <c:pt idx="20">
                  <c:v>4.2999999999999997E-2</c:v>
                </c:pt>
                <c:pt idx="21">
                  <c:v>2.1999999999999999E-2</c:v>
                </c:pt>
                <c:pt idx="22">
                  <c:v>8.2000000000000003E-2</c:v>
                </c:pt>
                <c:pt idx="23">
                  <c:v>8.1000000000000003E-2</c:v>
                </c:pt>
                <c:pt idx="24">
                  <c:v>1E-3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2E-3</c:v>
                </c:pt>
                <c:pt idx="29">
                  <c:v>2.1000000000000001E-2</c:v>
                </c:pt>
                <c:pt idx="30">
                  <c:v>8.9999999999999993E-3</c:v>
                </c:pt>
                <c:pt idx="31">
                  <c:v>3.4000000000000002E-2</c:v>
                </c:pt>
                <c:pt idx="32">
                  <c:v>0.158</c:v>
                </c:pt>
                <c:pt idx="33">
                  <c:v>4.9000000000000002E-2</c:v>
                </c:pt>
                <c:pt idx="34">
                  <c:v>0.05</c:v>
                </c:pt>
                <c:pt idx="35">
                  <c:v>2.1000000000000001E-2</c:v>
                </c:pt>
                <c:pt idx="36">
                  <c:v>8.5000000000000006E-2</c:v>
                </c:pt>
                <c:pt idx="37">
                  <c:v>2.3E-2</c:v>
                </c:pt>
                <c:pt idx="38">
                  <c:v>8.9999999999999993E-3</c:v>
                </c:pt>
                <c:pt idx="39">
                  <c:v>2.7E-2</c:v>
                </c:pt>
                <c:pt idx="40">
                  <c:v>4.2999999999999997E-2</c:v>
                </c:pt>
                <c:pt idx="41">
                  <c:v>3.9E-2</c:v>
                </c:pt>
                <c:pt idx="42">
                  <c:v>1.0999999999999999E-2</c:v>
                </c:pt>
                <c:pt idx="43">
                  <c:v>1.7999999999999999E-2</c:v>
                </c:pt>
                <c:pt idx="44">
                  <c:v>0.121</c:v>
                </c:pt>
                <c:pt idx="45">
                  <c:v>0.156</c:v>
                </c:pt>
                <c:pt idx="46">
                  <c:v>0.1</c:v>
                </c:pt>
                <c:pt idx="47">
                  <c:v>4.3999999999999997E-2</c:v>
                </c:pt>
                <c:pt idx="48">
                  <c:v>1E-3</c:v>
                </c:pt>
                <c:pt idx="49">
                  <c:v>0</c:v>
                </c:pt>
                <c:pt idx="50">
                  <c:v>1E-3</c:v>
                </c:pt>
                <c:pt idx="51">
                  <c:v>5.2999999999999999E-2</c:v>
                </c:pt>
                <c:pt idx="52">
                  <c:v>2E-3</c:v>
                </c:pt>
                <c:pt idx="53">
                  <c:v>6.0000000000000001E-3</c:v>
                </c:pt>
                <c:pt idx="54">
                  <c:v>1.4E-2</c:v>
                </c:pt>
                <c:pt idx="55">
                  <c:v>4.0000000000000001E-3</c:v>
                </c:pt>
                <c:pt idx="56">
                  <c:v>5.2999999999999999E-2</c:v>
                </c:pt>
                <c:pt idx="57">
                  <c:v>0.104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512-4F7B-AD15-4904424C4FA2}"/>
            </c:ext>
          </c:extLst>
        </c:ser>
        <c:ser>
          <c:idx val="8"/>
          <c:order val="8"/>
          <c:tx>
            <c:strRef>
              <c:f>Sheet4!$J$3:$J$4</c:f>
              <c:strCache>
                <c:ptCount val="1"/>
                <c:pt idx="0">
                  <c:v>LKAND9C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Sheet4!$A$5:$A$66</c:f>
              <c:multiLvlStrCache>
                <c:ptCount val="58"/>
                <c:lvl>
                  <c:pt idx="0">
                    <c:v>0:00:00</c:v>
                  </c:pt>
                  <c:pt idx="1">
                    <c:v>1:00:00</c:v>
                  </c:pt>
                  <c:pt idx="2">
                    <c:v>2:00:00</c:v>
                  </c:pt>
                  <c:pt idx="3">
                    <c:v>3:00:00</c:v>
                  </c:pt>
                  <c:pt idx="4">
                    <c:v>4:00:00</c:v>
                  </c:pt>
                  <c:pt idx="5">
                    <c:v>5:00:00</c:v>
                  </c:pt>
                  <c:pt idx="6">
                    <c:v>6:00:00</c:v>
                  </c:pt>
                  <c:pt idx="7">
                    <c:v>7:00:00</c:v>
                  </c:pt>
                  <c:pt idx="8">
                    <c:v>8:00:00</c:v>
                  </c:pt>
                  <c:pt idx="9">
                    <c:v>9:00:00</c:v>
                  </c:pt>
                  <c:pt idx="10">
                    <c:v>10:00:00</c:v>
                  </c:pt>
                  <c:pt idx="11">
                    <c:v>11:00:00</c:v>
                  </c:pt>
                  <c:pt idx="12">
                    <c:v>12:00:00</c:v>
                  </c:pt>
                  <c:pt idx="13">
                    <c:v>13:00:00</c:v>
                  </c:pt>
                  <c:pt idx="14">
                    <c:v>14:00:00</c:v>
                  </c:pt>
                  <c:pt idx="15">
                    <c:v>15:00:00</c:v>
                  </c:pt>
                  <c:pt idx="16">
                    <c:v>16:00:00</c:v>
                  </c:pt>
                  <c:pt idx="17">
                    <c:v>17:00:00</c:v>
                  </c:pt>
                  <c:pt idx="18">
                    <c:v>18:00:00</c:v>
                  </c:pt>
                  <c:pt idx="19">
                    <c:v>19:00:00</c:v>
                  </c:pt>
                  <c:pt idx="20">
                    <c:v>20:00:00</c:v>
                  </c:pt>
                  <c:pt idx="21">
                    <c:v>21:00:00</c:v>
                  </c:pt>
                  <c:pt idx="22">
                    <c:v>22:00:00</c:v>
                  </c:pt>
                  <c:pt idx="23">
                    <c:v>23:00:00</c:v>
                  </c:pt>
                  <c:pt idx="24">
                    <c:v>0:00:00</c:v>
                  </c:pt>
                  <c:pt idx="25">
                    <c:v>1:00:00</c:v>
                  </c:pt>
                  <c:pt idx="26">
                    <c:v>2:00:00</c:v>
                  </c:pt>
                  <c:pt idx="27">
                    <c:v>3:00:00</c:v>
                  </c:pt>
                  <c:pt idx="28">
                    <c:v>4:00:00</c:v>
                  </c:pt>
                  <c:pt idx="29">
                    <c:v>5:00:00</c:v>
                  </c:pt>
                  <c:pt idx="30">
                    <c:v>6:00:00</c:v>
                  </c:pt>
                  <c:pt idx="31">
                    <c:v>7:00:00</c:v>
                  </c:pt>
                  <c:pt idx="32">
                    <c:v>8:00:00</c:v>
                  </c:pt>
                  <c:pt idx="33">
                    <c:v>9:00:00</c:v>
                  </c:pt>
                  <c:pt idx="34">
                    <c:v>10:00:00</c:v>
                  </c:pt>
                  <c:pt idx="35">
                    <c:v>11:00:00</c:v>
                  </c:pt>
                  <c:pt idx="36">
                    <c:v>12:00:00</c:v>
                  </c:pt>
                  <c:pt idx="37">
                    <c:v>13:00:00</c:v>
                  </c:pt>
                  <c:pt idx="38">
                    <c:v>14:00:00</c:v>
                  </c:pt>
                  <c:pt idx="39">
                    <c:v>15:00:00</c:v>
                  </c:pt>
                  <c:pt idx="40">
                    <c:v>16:00:00</c:v>
                  </c:pt>
                  <c:pt idx="41">
                    <c:v>17:00:00</c:v>
                  </c:pt>
                  <c:pt idx="42">
                    <c:v>18:00:00</c:v>
                  </c:pt>
                  <c:pt idx="43">
                    <c:v>19:00:00</c:v>
                  </c:pt>
                  <c:pt idx="44">
                    <c:v>20:00:00</c:v>
                  </c:pt>
                  <c:pt idx="45">
                    <c:v>21:00:00</c:v>
                  </c:pt>
                  <c:pt idx="46">
                    <c:v>22:00:00</c:v>
                  </c:pt>
                  <c:pt idx="47">
                    <c:v>23:00:00</c:v>
                  </c:pt>
                  <c:pt idx="48">
                    <c:v>0:00:00</c:v>
                  </c:pt>
                  <c:pt idx="49">
                    <c:v>1:00:00</c:v>
                  </c:pt>
                  <c:pt idx="50">
                    <c:v>2:00:00</c:v>
                  </c:pt>
                  <c:pt idx="51">
                    <c:v>3:00:00</c:v>
                  </c:pt>
                  <c:pt idx="52">
                    <c:v>4:00:00</c:v>
                  </c:pt>
                  <c:pt idx="53">
                    <c:v>5:00:00</c:v>
                  </c:pt>
                  <c:pt idx="54">
                    <c:v>6:00:00</c:v>
                  </c:pt>
                  <c:pt idx="55">
                    <c:v>7:00:00</c:v>
                  </c:pt>
                  <c:pt idx="56">
                    <c:v>8:00:00</c:v>
                  </c:pt>
                  <c:pt idx="57">
                    <c:v>9:00:00</c:v>
                  </c:pt>
                </c:lvl>
                <c:lvl>
                  <c:pt idx="0">
                    <c:v>3/10/2026</c:v>
                  </c:pt>
                  <c:pt idx="24">
                    <c:v>3/11/2026</c:v>
                  </c:pt>
                  <c:pt idx="48">
                    <c:v>3/12/2026</c:v>
                  </c:pt>
                </c:lvl>
              </c:multiLvlStrCache>
            </c:multiLvlStrRef>
          </c:cat>
          <c:val>
            <c:numRef>
              <c:f>Sheet4!$J$5:$J$66</c:f>
              <c:numCache>
                <c:formatCode>General</c:formatCode>
                <c:ptCount val="58"/>
                <c:pt idx="0">
                  <c:v>0.01</c:v>
                </c:pt>
                <c:pt idx="1">
                  <c:v>0</c:v>
                </c:pt>
                <c:pt idx="2">
                  <c:v>3.0000000000000001E-3</c:v>
                </c:pt>
                <c:pt idx="3">
                  <c:v>0</c:v>
                </c:pt>
                <c:pt idx="4">
                  <c:v>2E-3</c:v>
                </c:pt>
                <c:pt idx="5">
                  <c:v>4.1000000000000002E-2</c:v>
                </c:pt>
                <c:pt idx="6">
                  <c:v>7.0000000000000001E-3</c:v>
                </c:pt>
                <c:pt idx="7">
                  <c:v>0.04</c:v>
                </c:pt>
                <c:pt idx="8">
                  <c:v>0.02</c:v>
                </c:pt>
                <c:pt idx="9">
                  <c:v>1.9E-2</c:v>
                </c:pt>
                <c:pt idx="10">
                  <c:v>0</c:v>
                </c:pt>
                <c:pt idx="11">
                  <c:v>1.2E-2</c:v>
                </c:pt>
                <c:pt idx="12">
                  <c:v>0</c:v>
                </c:pt>
                <c:pt idx="13">
                  <c:v>1E-3</c:v>
                </c:pt>
                <c:pt idx="14">
                  <c:v>0</c:v>
                </c:pt>
                <c:pt idx="15">
                  <c:v>0</c:v>
                </c:pt>
                <c:pt idx="16">
                  <c:v>2.1999999999999999E-2</c:v>
                </c:pt>
                <c:pt idx="17">
                  <c:v>3.0000000000000001E-3</c:v>
                </c:pt>
                <c:pt idx="18">
                  <c:v>1E-3</c:v>
                </c:pt>
                <c:pt idx="19">
                  <c:v>5.0000000000000001E-3</c:v>
                </c:pt>
                <c:pt idx="20">
                  <c:v>0</c:v>
                </c:pt>
                <c:pt idx="21">
                  <c:v>5.8000000000000003E-2</c:v>
                </c:pt>
                <c:pt idx="22">
                  <c:v>6.0999999999999999E-2</c:v>
                </c:pt>
                <c:pt idx="23">
                  <c:v>2E-3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4.0000000000000001E-3</c:v>
                </c:pt>
                <c:pt idx="30">
                  <c:v>2.4E-2</c:v>
                </c:pt>
                <c:pt idx="31">
                  <c:v>0</c:v>
                </c:pt>
                <c:pt idx="32">
                  <c:v>2.8000000000000001E-2</c:v>
                </c:pt>
                <c:pt idx="33">
                  <c:v>0</c:v>
                </c:pt>
                <c:pt idx="34">
                  <c:v>1.9E-2</c:v>
                </c:pt>
                <c:pt idx="35">
                  <c:v>2E-3</c:v>
                </c:pt>
                <c:pt idx="36">
                  <c:v>4.0000000000000001E-3</c:v>
                </c:pt>
                <c:pt idx="37">
                  <c:v>4.0000000000000001E-3</c:v>
                </c:pt>
                <c:pt idx="38">
                  <c:v>2.1999999999999999E-2</c:v>
                </c:pt>
                <c:pt idx="39">
                  <c:v>1E-3</c:v>
                </c:pt>
                <c:pt idx="40">
                  <c:v>0</c:v>
                </c:pt>
                <c:pt idx="41">
                  <c:v>0</c:v>
                </c:pt>
                <c:pt idx="42">
                  <c:v>0.01</c:v>
                </c:pt>
                <c:pt idx="43">
                  <c:v>0</c:v>
                </c:pt>
                <c:pt idx="44">
                  <c:v>6.4000000000000001E-2</c:v>
                </c:pt>
                <c:pt idx="45">
                  <c:v>6.3E-2</c:v>
                </c:pt>
                <c:pt idx="46">
                  <c:v>7.4999999999999997E-2</c:v>
                </c:pt>
                <c:pt idx="47">
                  <c:v>3.6999999999999998E-2</c:v>
                </c:pt>
                <c:pt idx="48">
                  <c:v>5.1999999999999998E-2</c:v>
                </c:pt>
                <c:pt idx="49">
                  <c:v>1E-3</c:v>
                </c:pt>
                <c:pt idx="50">
                  <c:v>0</c:v>
                </c:pt>
                <c:pt idx="51">
                  <c:v>3.3000000000000002E-2</c:v>
                </c:pt>
                <c:pt idx="52">
                  <c:v>1.2999999999999999E-2</c:v>
                </c:pt>
                <c:pt idx="53">
                  <c:v>1E-3</c:v>
                </c:pt>
                <c:pt idx="54">
                  <c:v>0</c:v>
                </c:pt>
                <c:pt idx="55">
                  <c:v>5.0000000000000001E-3</c:v>
                </c:pt>
                <c:pt idx="56">
                  <c:v>1E-3</c:v>
                </c:pt>
                <c:pt idx="57">
                  <c:v>1.9E-2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512-4F7B-AD15-4904424C4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168415"/>
        <c:axId val="1464168895"/>
      </c:lineChart>
      <c:catAx>
        <c:axId val="1464168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4168895"/>
        <c:crosses val="autoZero"/>
        <c:auto val="1"/>
        <c:lblAlgn val="ctr"/>
        <c:lblOffset val="100"/>
        <c:noMultiLvlLbl val="0"/>
      </c:catAx>
      <c:valAx>
        <c:axId val="14641688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4168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bg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.xml"/><Relationship Id="rId4" Type="http://schemas.openxmlformats.org/officeDocument/2006/relationships/image" Target="../media/image14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3.png"/><Relationship Id="rId4" Type="http://schemas.openxmlformats.org/officeDocument/2006/relationships/image" Target="../media/image2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9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59"/>
            <a:ext cx="12196763" cy="560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898998" y="1123136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198" b="0" i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8309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282850"/>
            <a:ext cx="12196763" cy="307801"/>
          </a:xfrm>
          <a:prstGeom prst="rect">
            <a:avLst/>
          </a:prstGeom>
          <a:solidFill>
            <a:schemeClr val="tx1"/>
          </a:solidFill>
        </p:spPr>
        <p:txBody>
          <a:bodyPr wrap="square" lIns="121912" tIns="60956" rIns="121912" bIns="60956" rtlCol="0" anchor="ctr">
            <a:spAutoFit/>
          </a:bodyPr>
          <a:lstStyle/>
          <a:p>
            <a:pPr algn="ctr" defTabSz="914126" fontAlgn="base">
              <a:spcBef>
                <a:spcPct val="0"/>
              </a:spcBef>
              <a:spcAft>
                <a:spcPct val="0"/>
              </a:spcAft>
            </a:pPr>
            <a:endParaRPr lang="zh-CN" altLang="en-US" sz="1200" i="1" dirty="0">
              <a:solidFill>
                <a:schemeClr val="bg1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grpSp>
        <p:nvGrpSpPr>
          <p:cNvPr id="3" name="Group 1"/>
          <p:cNvGrpSpPr>
            <a:grpSpLocks noChangeAspect="1"/>
          </p:cNvGrpSpPr>
          <p:nvPr/>
        </p:nvGrpSpPr>
        <p:grpSpPr>
          <a:xfrm>
            <a:off x="10539111" y="6001429"/>
            <a:ext cx="1372658" cy="621792"/>
            <a:chOff x="10954263" y="6247690"/>
            <a:chExt cx="1141007" cy="523598"/>
          </a:xfrm>
        </p:grpSpPr>
        <p:grpSp>
          <p:nvGrpSpPr>
            <p:cNvPr id="4" name="Group 2"/>
            <p:cNvGrpSpPr>
              <a:grpSpLocks noChangeAspect="1"/>
            </p:cNvGrpSpPr>
            <p:nvPr/>
          </p:nvGrpSpPr>
          <p:grpSpPr>
            <a:xfrm>
              <a:off x="11583206" y="6247690"/>
              <a:ext cx="512064" cy="523598"/>
              <a:chOff x="595399" y="1398319"/>
              <a:chExt cx="2514600" cy="2522219"/>
            </a:xfrm>
          </p:grpSpPr>
          <p:pic>
            <p:nvPicPr>
              <p:cNvPr id="6" name="Picture 4" descr="Huawei-Logo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95399" y="1398319"/>
                <a:ext cx="2514600" cy="19468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6" descr="Huawei-Logo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95399" y="3379469"/>
                <a:ext cx="2514600" cy="5410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" name="Picture 4" descr="File:Orange logo.svg - Wikimedia Commons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54263" y="6252631"/>
              <a:ext cx="507365" cy="513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13491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663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90" y="1590"/>
          <a:ext cx="1588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16" imgH="216" progId="TCLayout.ActiveDocument.1">
                  <p:embed/>
                </p:oleObj>
              </mc:Choice>
              <mc:Fallback>
                <p:oleObj name="think-cell Slide" r:id="rId3" imgW="216" imgH="21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30965" y="165101"/>
            <a:ext cx="10564611" cy="939544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marL="0" marR="0" indent="0" algn="l" defTabSz="121761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bold 40 point</a:t>
            </a:r>
          </a:p>
        </p:txBody>
      </p:sp>
    </p:spTree>
    <p:extLst>
      <p:ext uri="{BB962C8B-B14F-4D97-AF65-F5344CB8AC3E}">
        <p14:creationId xmlns:p14="http://schemas.microsoft.com/office/powerpoint/2010/main" val="8930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3885" y="427086"/>
            <a:ext cx="10367249" cy="90287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 lang="zh-CN" altLang="en-US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845" y="6356375"/>
            <a:ext cx="2845911" cy="366183"/>
          </a:xfrm>
          <a:prstGeom prst="rect">
            <a:avLst/>
          </a:prstGeom>
        </p:spPr>
        <p:txBody>
          <a:bodyPr lIns="91392" tIns="45696" rIns="91392" bIns="45696"/>
          <a:lstStyle/>
          <a:p>
            <a:fld id="{C213E9BF-DA6D-4592-8D94-4F325B34FB3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228" y="6356375"/>
            <a:ext cx="3862308" cy="366183"/>
          </a:xfrm>
          <a:prstGeom prst="rect">
            <a:avLst/>
          </a:prstGeom>
        </p:spPr>
        <p:txBody>
          <a:bodyPr lIns="91392" tIns="45696" rIns="91392" bIns="45696"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1014" y="6356375"/>
            <a:ext cx="2845911" cy="366183"/>
          </a:xfrm>
          <a:prstGeom prst="rect">
            <a:avLst/>
          </a:prstGeom>
        </p:spPr>
        <p:txBody>
          <a:bodyPr/>
          <a:lstStyle/>
          <a:p>
            <a:fld id="{CF5C9BDD-F6E4-4512-BFC0-AF9CD2C3F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2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8F15-1E67-4B75-8F6E-F97E06126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1C31B-4132-47B4-8094-9BE2B7D97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269BA-E2FE-4681-8156-B146C0706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3E9BF-DA6D-4592-8D94-4F325B34FB3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0500-0428-49C4-98CE-497060E94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2817F-4012-4B6A-AF31-EB28891A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C9BDD-F6E4-4512-BFC0-AF9CD2C3F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8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30953" y="165101"/>
            <a:ext cx="11356802" cy="1056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121871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8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bold 40 point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89F971-38A9-4D38-81F7-0ABBB68FBD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01488" y="6275041"/>
            <a:ext cx="835925" cy="378661"/>
            <a:chOff x="10954263" y="6247690"/>
            <a:chExt cx="1141007" cy="52359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37B669-07F4-4332-AA1F-86187FABD3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583206" y="6247690"/>
              <a:ext cx="512064" cy="523598"/>
              <a:chOff x="595399" y="1398319"/>
              <a:chExt cx="2514600" cy="2522219"/>
            </a:xfrm>
          </p:grpSpPr>
          <p:pic>
            <p:nvPicPr>
              <p:cNvPr id="11" name="Picture 10" descr="Huawei-Logo">
                <a:extLst>
                  <a:ext uri="{FF2B5EF4-FFF2-40B4-BE49-F238E27FC236}">
                    <a16:creationId xmlns:a16="http://schemas.microsoft.com/office/drawing/2014/main" id="{A8BDA447-0030-4127-AB26-BAC0DA3DC1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2578"/>
              <a:stretch/>
            </p:blipFill>
            <p:spPr bwMode="auto">
              <a:xfrm>
                <a:off x="595399" y="1398319"/>
                <a:ext cx="2514600" cy="19468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6" descr="Huawei-Logo">
                <a:extLst>
                  <a:ext uri="{FF2B5EF4-FFF2-40B4-BE49-F238E27FC236}">
                    <a16:creationId xmlns:a16="http://schemas.microsoft.com/office/drawing/2014/main" id="{F5D3953B-96C4-4725-A848-F623AC1504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8483"/>
              <a:stretch/>
            </p:blipFill>
            <p:spPr bwMode="auto">
              <a:xfrm>
                <a:off x="595399" y="3379469"/>
                <a:ext cx="2514600" cy="5410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" name="Picture 4" descr="File:Orange logo.svg - Wikimedia Commons">
              <a:extLst>
                <a:ext uri="{FF2B5EF4-FFF2-40B4-BE49-F238E27FC236}">
                  <a16:creationId xmlns:a16="http://schemas.microsoft.com/office/drawing/2014/main" id="{FE8F3607-7614-42CA-AC50-36D734BFB9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54263" y="6252631"/>
              <a:ext cx="507365" cy="513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56351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8E4000E-C11A-4CAD-97A4-C7968C741A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813" y="6282197"/>
            <a:ext cx="558805" cy="4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3381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D791CB9-7362-6D26-417C-7C9AAC1949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82" y="0"/>
            <a:ext cx="12192000" cy="6858000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BCBC077-3669-FA46-BF22-7BD6A1419A5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-10326" y="1731073"/>
            <a:ext cx="12196763" cy="10751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ts val="1240"/>
              </a:lnSpc>
              <a:buNone/>
              <a:defRPr sz="1599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4FFEC515-BB4E-D144-B3C1-65421FF847EF}"/>
              </a:ext>
            </a:extLst>
          </p:cNvPr>
          <p:cNvPicPr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0839" y="2907017"/>
            <a:ext cx="3528000" cy="10800"/>
          </a:xfrm>
          <a:prstGeom prst="rect">
            <a:avLst/>
          </a:prstGeom>
          <a:solidFill>
            <a:srgbClr val="C7000B"/>
          </a:solidFill>
        </p:spPr>
      </p:pic>
    </p:spTree>
    <p:extLst>
      <p:ext uri="{BB962C8B-B14F-4D97-AF65-F5344CB8AC3E}">
        <p14:creationId xmlns:p14="http://schemas.microsoft.com/office/powerpoint/2010/main" val="414852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9" descr="dd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224604"/>
            <a:ext cx="12196763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8"/>
          <p:cNvSpPr txBox="1">
            <a:spLocks noChangeArrowheads="1"/>
          </p:cNvSpPr>
          <p:nvPr userDrawn="1"/>
        </p:nvSpPr>
        <p:spPr bwMode="auto">
          <a:xfrm>
            <a:off x="1295978" y="6451621"/>
            <a:ext cx="1712824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0037" bIns="0">
            <a:spAutoFit/>
          </a:bodyPr>
          <a:lstStyle>
            <a:lvl1pPr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01688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01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900" dirty="0">
                <a:solidFill>
                  <a:prstClr val="black"/>
                </a:solidFill>
                <a:latin typeface="FrutigerNext LT Bold" pitchFamily="34" charset="0"/>
                <a:ea typeface="MS PGothic" pitchFamily="34" charset="-128"/>
              </a:rPr>
              <a:t>HUAWEI TECHNOLOGIES CO., LTD.</a:t>
            </a:r>
          </a:p>
        </p:txBody>
      </p:sp>
      <p:sp>
        <p:nvSpPr>
          <p:cNvPr id="15" name="Rectangle 21"/>
          <p:cNvSpPr>
            <a:spLocks noChangeArrowheads="1"/>
          </p:cNvSpPr>
          <p:nvPr userDrawn="1"/>
        </p:nvSpPr>
        <p:spPr bwMode="auto">
          <a:xfrm>
            <a:off x="5167888" y="6465961"/>
            <a:ext cx="1177669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0013" tIns="0" rIns="60013" bIns="0">
            <a:spAutoFit/>
          </a:bodyPr>
          <a:lstStyle/>
          <a:p>
            <a:pPr defTabSz="600781" eaLnBrk="0" hangingPunct="0">
              <a:defRPr/>
            </a:pPr>
            <a:r>
              <a:rPr lang="en-US" altLang="zh-CN" sz="900" dirty="0">
                <a:solidFill>
                  <a:srgbClr val="000000"/>
                </a:solidFill>
              </a:rPr>
              <a:t>Huawei Confidential</a:t>
            </a:r>
            <a:endParaRPr lang="en-US" altLang="zh-CN" sz="900" dirty="0">
              <a:solidFill>
                <a:prstClr val="black"/>
              </a:solidFill>
            </a:endParaRPr>
          </a:p>
        </p:txBody>
      </p:sp>
      <p:sp>
        <p:nvSpPr>
          <p:cNvPr id="16" name="Rectangle 5"/>
          <p:cNvSpPr>
            <a:spLocks noChangeArrowheads="1"/>
          </p:cNvSpPr>
          <p:nvPr userDrawn="1"/>
        </p:nvSpPr>
        <p:spPr bwMode="auto">
          <a:xfrm>
            <a:off x="8114884" y="6489703"/>
            <a:ext cx="72017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685246" eaLnBrk="0" hangingPunct="0">
              <a:lnSpc>
                <a:spcPct val="85000"/>
              </a:lnSpc>
            </a:pPr>
            <a:r>
              <a:rPr lang="de-DE" altLang="zh-CN" sz="900" dirty="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t> </a:t>
            </a:r>
            <a:fld id="{A4C34F22-587E-473D-9099-376F4F013A30}" type="slidenum">
              <a:rPr lang="de-DE" altLang="zh-CN" sz="900">
                <a:solidFill>
                  <a:srgbClr val="000000"/>
                </a:solidFill>
                <a:latin typeface="FrutigerNext LT Bold" pitchFamily="34" charset="0"/>
                <a:ea typeface="MS PGothic" pitchFamily="34" charset="-128"/>
              </a:rPr>
              <a:pPr defTabSz="685246" eaLnBrk="0" hangingPunct="0">
                <a:lnSpc>
                  <a:spcPct val="85000"/>
                </a:lnSpc>
              </a:pPr>
              <a:t>‹#›</a:t>
            </a:fld>
            <a:endParaRPr lang="en-GB" altLang="zh-CN" sz="900" dirty="0">
              <a:solidFill>
                <a:srgbClr val="000000"/>
              </a:solidFill>
              <a:latin typeface="FrutigerNext LT Bold" pitchFamily="34" charset="0"/>
              <a:ea typeface="MS PGothic" pitchFamily="34" charset="-128"/>
            </a:endParaRPr>
          </a:p>
        </p:txBody>
      </p:sp>
      <p:pic>
        <p:nvPicPr>
          <p:cNvPr id="8" name="Picture 4" descr="Résultat de recherche d'images pour &quot;MAROC TELECOM HD&quot;">
            <a:extLst>
              <a:ext uri="{FF2B5EF4-FFF2-40B4-BE49-F238E27FC236}">
                <a16:creationId xmlns:a16="http://schemas.microsoft.com/office/drawing/2014/main" id="{43A305BD-5BA7-4F28-9996-7CD89094B1A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118"/>
          <a:stretch/>
        </p:blipFill>
        <p:spPr bwMode="auto">
          <a:xfrm>
            <a:off x="5117" y="-235671"/>
            <a:ext cx="12191647" cy="64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ABA2D744-2A0C-4CF0-A8A5-710E159F2B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237" y="6566873"/>
            <a:ext cx="999241" cy="2162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4878885-6F60-43B6-BE06-45D600762FD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0630" y="6476215"/>
            <a:ext cx="629205" cy="35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73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zh-CN">
              <a:solidFill>
                <a:srgbClr val="000000"/>
              </a:solidFill>
            </a:endParaRPr>
          </a:p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9E092C8-9C76-4391-941E-F76F5A4B12AE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16769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5.xml"/><Relationship Id="rId18" Type="http://schemas.openxmlformats.org/officeDocument/2006/relationships/image" Target="../media/image10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.emf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076" y="5972665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350" y="5239240"/>
            <a:ext cx="1875600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44" y="1474840"/>
            <a:ext cx="3984232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9357" y="2343267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7672" y="1654431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FD7C301-23A1-4331-877F-574A09EF9E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99" imgH="498" progId="TCLayout.ActiveDocument.1">
                  <p:embed/>
                </p:oleObj>
              </mc:Choice>
              <mc:Fallback>
                <p:oleObj name="think-cell Slide" r:id="rId15" imgW="499" imgH="49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FD7C301-23A1-4331-877F-574A09EF9E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 descr="\\品执01\本地磁盘（h）\华为项目\2016\2月\D-201602140-庄敏\文件\模版\香港模板\深色版\迪拜模版\主视觉(深色版）迪拜模版-20160421-02.jpg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" y="0"/>
            <a:ext cx="12198279" cy="6858000"/>
          </a:xfrm>
          <a:prstGeom prst="rect">
            <a:avLst/>
          </a:prstGeom>
          <a:noFill/>
        </p:spPr>
      </p:pic>
      <p:grpSp>
        <p:nvGrpSpPr>
          <p:cNvPr id="2" name="组合 1"/>
          <p:cNvGrpSpPr/>
          <p:nvPr/>
        </p:nvGrpSpPr>
        <p:grpSpPr>
          <a:xfrm>
            <a:off x="10996972" y="6281531"/>
            <a:ext cx="1024169" cy="451021"/>
            <a:chOff x="10537738" y="6001429"/>
            <a:chExt cx="1372479" cy="621792"/>
          </a:xfrm>
        </p:grpSpPr>
        <p:grpSp>
          <p:nvGrpSpPr>
            <p:cNvPr id="10" name="Group 2"/>
            <p:cNvGrpSpPr>
              <a:grpSpLocks noChangeAspect="1"/>
            </p:cNvGrpSpPr>
            <p:nvPr/>
          </p:nvGrpSpPr>
          <p:grpSpPr>
            <a:xfrm>
              <a:off x="11294272" y="6001429"/>
              <a:ext cx="615945" cy="621792"/>
              <a:chOff x="595399" y="1398319"/>
              <a:chExt cx="2514600" cy="2522219"/>
            </a:xfrm>
          </p:grpSpPr>
          <p:pic>
            <p:nvPicPr>
              <p:cNvPr id="12" name="Picture 4" descr="Huawei-Logo"/>
              <p:cNvPicPr>
                <a:picLocks noChangeAspect="1" noChangeArrowheads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95399" y="1398319"/>
                <a:ext cx="2514600" cy="194686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6" descr="Huawei-Logo"/>
              <p:cNvPicPr>
                <a:picLocks noChangeAspect="1" noChangeArrowheads="1"/>
              </p:cNvPicPr>
              <p:nvPr/>
            </p:nvPicPr>
            <p:blipFill rotWithShape="1">
              <a:blip r:embed="rId19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95399" y="3379469"/>
                <a:ext cx="2514600" cy="5410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" name="Picture 4" descr="File:Orange logo.svg - Wikimedia Commons"/>
            <p:cNvPicPr>
              <a:picLocks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37738" y="6007297"/>
              <a:ext cx="610292" cy="610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904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</p:sldLayoutIdLst>
  <p:txStyles>
    <p:titleStyle>
      <a:lvl1pPr algn="ctr" defTabSz="1218346" rtl="0" eaLnBrk="1" latinLnBrk="0" hangingPunct="1">
        <a:spcBef>
          <a:spcPct val="0"/>
        </a:spcBef>
        <a:buNone/>
        <a:defRPr sz="5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879" indent="-456879" algn="l" defTabSz="1218346" rtl="0" eaLnBrk="1" latinLnBrk="0" hangingPunct="1">
        <a:spcBef>
          <a:spcPct val="20000"/>
        </a:spcBef>
        <a:buFont typeface="Arial" pitchFamily="34" charset="0"/>
        <a:buChar char="•"/>
        <a:defRPr sz="4299" kern="1200">
          <a:solidFill>
            <a:schemeClr val="tx1"/>
          </a:solidFill>
          <a:latin typeface="+mn-lt"/>
          <a:ea typeface="+mn-ea"/>
          <a:cs typeface="+mn-cs"/>
        </a:defRPr>
      </a:lvl1pPr>
      <a:lvl2pPr marL="989907" indent="-380734" algn="l" defTabSz="1218346" rtl="0" eaLnBrk="1" latinLnBrk="0" hangingPunct="1">
        <a:spcBef>
          <a:spcPct val="20000"/>
        </a:spcBef>
        <a:buFont typeface="Arial" pitchFamily="34" charset="0"/>
        <a:buChar char="–"/>
        <a:defRPr sz="3699" kern="1200">
          <a:solidFill>
            <a:schemeClr val="tx1"/>
          </a:solidFill>
          <a:latin typeface="+mn-lt"/>
          <a:ea typeface="+mn-ea"/>
          <a:cs typeface="+mn-cs"/>
        </a:defRPr>
      </a:lvl2pPr>
      <a:lvl3pPr marL="1522935" indent="-304589" algn="l" defTabSz="1218346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2107" indent="-304589" algn="l" defTabSz="1218346" rtl="0" eaLnBrk="1" latinLnBrk="0" hangingPunct="1">
        <a:spcBef>
          <a:spcPct val="20000"/>
        </a:spcBef>
        <a:buFont typeface="Arial" pitchFamily="34" charset="0"/>
        <a:buChar char="–"/>
        <a:defRPr sz="2699" kern="1200">
          <a:solidFill>
            <a:schemeClr val="tx1"/>
          </a:solidFill>
          <a:latin typeface="+mn-lt"/>
          <a:ea typeface="+mn-ea"/>
          <a:cs typeface="+mn-cs"/>
        </a:defRPr>
      </a:lvl4pPr>
      <a:lvl5pPr marL="2741280" indent="-304589" algn="l" defTabSz="1218346" rtl="0" eaLnBrk="1" latinLnBrk="0" hangingPunct="1">
        <a:spcBef>
          <a:spcPct val="20000"/>
        </a:spcBef>
        <a:buFont typeface="Arial" pitchFamily="34" charset="0"/>
        <a:buChar char="»"/>
        <a:defRPr sz="2699" kern="1200">
          <a:solidFill>
            <a:schemeClr val="tx1"/>
          </a:solidFill>
          <a:latin typeface="+mn-lt"/>
          <a:ea typeface="+mn-ea"/>
          <a:cs typeface="+mn-cs"/>
        </a:defRPr>
      </a:lvl5pPr>
      <a:lvl6pPr marL="3350452" indent="-304589" algn="l" defTabSz="121834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59625" indent="-304589" algn="l" defTabSz="121834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8798" indent="-304589" algn="l" defTabSz="121834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7972" indent="-304589" algn="l" defTabSz="1218346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173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346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521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6693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5867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040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4212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3386" algn="l" defTabSz="1218346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64">
            <a:extLst>
              <a:ext uri="{FF2B5EF4-FFF2-40B4-BE49-F238E27FC236}">
                <a16:creationId xmlns:a16="http://schemas.microsoft.com/office/drawing/2014/main" id="{D307E756-43F4-47E0-95CB-0711CFA0336C}"/>
              </a:ext>
            </a:extLst>
          </p:cNvPr>
          <p:cNvSpPr/>
          <p:nvPr/>
        </p:nvSpPr>
        <p:spPr>
          <a:xfrm>
            <a:off x="50005" y="439063"/>
            <a:ext cx="11980069" cy="6328911"/>
          </a:xfrm>
          <a:prstGeom prst="rect">
            <a:avLst/>
          </a:prstGeom>
          <a:gradFill flip="none" rotWithShape="1">
            <a:gsLst>
              <a:gs pos="91000">
                <a:srgbClr val="00ADED">
                  <a:alpha val="0"/>
                </a:srgbClr>
              </a:gs>
              <a:gs pos="100000">
                <a:srgbClr val="00B0F0">
                  <a:alpha val="21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63500" dir="8100000" algn="ctr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anchor="ctr" anchorCtr="1"/>
          <a:lstStyle/>
          <a:p>
            <a:pPr marL="0" marR="0" lvl="0" indent="0" algn="l" defTabSz="913828" rtl="0" eaLnBrk="1" fontAlgn="auto" latinLnBrk="0" hangingPunct="1">
              <a:lnSpc>
                <a:spcPts val="22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 charset="0"/>
              <a:ea typeface="Lato Light" charset="0"/>
              <a:cs typeface="Lato Light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3C9A0F-278D-493E-9251-8D8AF5DB5B59}"/>
              </a:ext>
            </a:extLst>
          </p:cNvPr>
          <p:cNvSpPr txBox="1"/>
          <p:nvPr/>
        </p:nvSpPr>
        <p:spPr>
          <a:xfrm>
            <a:off x="23812" y="-18141"/>
            <a:ext cx="11697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" panose="020F0502020204030204" pitchFamily="34" charset="0"/>
                <a:ea typeface="微软雅黑"/>
              </a:rPr>
              <a:t>ARCEP 4G KPIs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03647D4-AF04-1D71-27E9-823BB55FB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5927"/>
              </p:ext>
            </p:extLst>
          </p:nvPr>
        </p:nvGraphicFramePr>
        <p:xfrm>
          <a:off x="379968" y="792554"/>
          <a:ext cx="5391567" cy="3036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03647D4-AF04-1D71-27E9-823BB55FB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528812"/>
              </p:ext>
            </p:extLst>
          </p:nvPr>
        </p:nvGraphicFramePr>
        <p:xfrm>
          <a:off x="5872665" y="792554"/>
          <a:ext cx="5718413" cy="3036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03647D4-AF04-1D71-27E9-823BB55FB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875873"/>
              </p:ext>
            </p:extLst>
          </p:nvPr>
        </p:nvGraphicFramePr>
        <p:xfrm>
          <a:off x="379969" y="3858200"/>
          <a:ext cx="5492696" cy="2595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03647D4-AF04-1D71-27E9-823BB55FB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2912920"/>
              </p:ext>
            </p:extLst>
          </p:nvPr>
        </p:nvGraphicFramePr>
        <p:xfrm>
          <a:off x="5968180" y="3812910"/>
          <a:ext cx="5622897" cy="2595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02156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64">
            <a:extLst>
              <a:ext uri="{FF2B5EF4-FFF2-40B4-BE49-F238E27FC236}">
                <a16:creationId xmlns:a16="http://schemas.microsoft.com/office/drawing/2014/main" id="{D307E756-43F4-47E0-95CB-0711CFA0336C}"/>
              </a:ext>
            </a:extLst>
          </p:cNvPr>
          <p:cNvSpPr/>
          <p:nvPr/>
        </p:nvSpPr>
        <p:spPr>
          <a:xfrm>
            <a:off x="50005" y="439063"/>
            <a:ext cx="12122946" cy="6328911"/>
          </a:xfrm>
          <a:prstGeom prst="rect">
            <a:avLst/>
          </a:prstGeom>
          <a:gradFill flip="none" rotWithShape="1">
            <a:gsLst>
              <a:gs pos="91000">
                <a:srgbClr val="00ADED">
                  <a:alpha val="0"/>
                </a:srgbClr>
              </a:gs>
              <a:gs pos="100000">
                <a:srgbClr val="00B0F0">
                  <a:alpha val="21000"/>
                </a:srgbClr>
              </a:gs>
            </a:gsLst>
            <a:path path="shape">
              <a:fillToRect l="50000" t="50000" r="50000" b="50000"/>
            </a:path>
            <a:tileRect/>
          </a:gradFill>
          <a:ln w="6350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0ADED">
                    <a:alpha val="54000"/>
                  </a:srgbClr>
                </a:gs>
              </a:gsLst>
              <a:lin ang="162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>
            <a:outerShdw blurRad="76200" dist="63500" dir="8100000" algn="ctr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anchor="ctr" anchorCtr="1"/>
          <a:lstStyle/>
          <a:p>
            <a:pPr marL="0" marR="0" lvl="0" indent="0" algn="l" defTabSz="913828" rtl="0" eaLnBrk="1" fontAlgn="auto" latinLnBrk="0" hangingPunct="1">
              <a:lnSpc>
                <a:spcPts val="22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Light" charset="0"/>
              <a:ea typeface="Lato Light" charset="0"/>
              <a:cs typeface="Lato Light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3C9A0F-278D-493E-9251-8D8AF5DB5B59}"/>
              </a:ext>
            </a:extLst>
          </p:cNvPr>
          <p:cNvSpPr txBox="1"/>
          <p:nvPr/>
        </p:nvSpPr>
        <p:spPr>
          <a:xfrm>
            <a:off x="1" y="-8211"/>
            <a:ext cx="343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ctr">
              <a:defRPr/>
            </a:pPr>
            <a:r>
              <a:rPr lang="en-US" sz="2400" b="1" dirty="0">
                <a:solidFill>
                  <a:prstClr val="white"/>
                </a:solidFill>
                <a:latin typeface="Calibri" panose="020F0502020204030204" pitchFamily="34" charset="0"/>
                <a:ea typeface="微软雅黑"/>
              </a:rPr>
              <a:t>ARCEP 4G KPIs</a:t>
            </a: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微软雅黑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EB79DF2-4BAF-D1D5-F6D6-D1318E632D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4755414"/>
              </p:ext>
            </p:extLst>
          </p:nvPr>
        </p:nvGraphicFramePr>
        <p:xfrm>
          <a:off x="881599" y="1121773"/>
          <a:ext cx="9530763" cy="4614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54919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4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5.xml><?xml version="1.0" encoding="utf-8"?>
<a:theme xmlns:a="http://schemas.openxmlformats.org/drawingml/2006/main" name="16_内容Copytext ">
  <a:themeElements>
    <a:clrScheme name="MWC201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41535"/>
      </a:accent1>
      <a:accent2>
        <a:srgbClr val="F4FB3B"/>
      </a:accent2>
      <a:accent3>
        <a:srgbClr val="4CB4E7"/>
      </a:accent3>
      <a:accent4>
        <a:srgbClr val="F79740"/>
      </a:accent4>
      <a:accent5>
        <a:srgbClr val="F2575F"/>
      </a:accent5>
      <a:accent6>
        <a:srgbClr val="83D29B"/>
      </a:accent6>
      <a:hlink>
        <a:srgbClr val="0000FF"/>
      </a:hlink>
      <a:folHlink>
        <a:srgbClr val="800080"/>
      </a:folHlink>
    </a:clrScheme>
    <a:fontScheme name="UBB2020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lIns="121944" tIns="60972" rIns="121944" bIns="60972">
        <a:spAutoFit/>
      </a:bodyPr>
      <a:lstStyle>
        <a:defPPr defTabSz="914400" fontAlgn="base">
          <a:spcBef>
            <a:spcPct val="0"/>
          </a:spcBef>
          <a:spcAft>
            <a:spcPct val="0"/>
          </a:spcAft>
          <a:defRPr sz="1200" i="1" dirty="0">
            <a:solidFill>
              <a:schemeClr val="bg1"/>
            </a:solidFill>
            <a:latin typeface="Arial Narrow" panose="020B0606020202030204" pitchFamily="34" charset="0"/>
            <a:ea typeface="宋体" pitchFamily="2" charset="-122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20721</TotalTime>
  <Words>26</Words>
  <Application>Microsoft Office PowerPoint</Application>
  <PresentationFormat>Custom</PresentationFormat>
  <Paragraphs>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Microsoft YaHei</vt:lpstr>
      <vt:lpstr>Arial</vt:lpstr>
      <vt:lpstr>Calibri</vt:lpstr>
      <vt:lpstr>Lato Light</vt:lpstr>
      <vt:lpstr>Cover page_Image version</vt:lpstr>
      <vt:lpstr>Contents page</vt:lpstr>
      <vt:lpstr>Chapter page</vt:lpstr>
      <vt:lpstr>End page</vt:lpstr>
      <vt:lpstr>16_内容Copytext </vt:lpstr>
      <vt:lpstr>think-cell Slide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Martial Dossou HOUNGAVOU</dc:creator>
  <cp:lastModifiedBy>ORONCE SOSSOU</cp:lastModifiedBy>
  <cp:revision>93</cp:revision>
  <dcterms:created xsi:type="dcterms:W3CDTF">2025-07-14T05:14:31Z</dcterms:created>
  <dcterms:modified xsi:type="dcterms:W3CDTF">2026-03-12T10:53:36Z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(3)ugBKOaJyAF+2ZR8jdmExaFyacnrLcOwJqVgt/eiAt7/9uRLjr3/83KfJXffCG1wvFVPSeP10
Dc9NNvHGUWrwtwKACI6q6nDY7NcezUIoD4FKlBcwq+4v0WlhdB9lj0DU9yPD/pgUXpzsro2u
qH2gSWTEwE78MEIg1nzvtxQ2ZrfVnJBql/WHhocm4WT+ALysekkM6h0D9v0dW90TDYeYAG8j
F4acTwDjPQB6Jvly/+</vt:lpwstr>
  </property>
  <property fmtid="{D5CDD505-2E9C-101B-9397-08002B2CF9AE}" pid="3" name="_2015_ms_pID_7253431">
    <vt:lpwstr>ziE1NCCJC2r3LDBHX5YS2y7Ei0yQjdt8IjSc6yaAzte6h9Vt2gm8GZ
IM9TVOOKsMVISWjPqTgRugMCEJJWz6zy8rzra4pEkJAAB9dSeb5WK2/Db6SCD4fOzPUpgWrB
TOuzAnrO4ie8dOvwiDydG3gULlJEXIFwJA5FjFT/amCZXakQtTLPQt9wmFCgTXIE+0BQ1Dnl
DNFUwz7BcD0XcrT4PaEJA2t/uvsWcaRAofjt</vt:lpwstr>
  </property>
  <property fmtid="{D5CDD505-2E9C-101B-9397-08002B2CF9AE}" pid="4" name="_2015_ms_pID_7253432">
    <vt:lpwstr>IQ==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